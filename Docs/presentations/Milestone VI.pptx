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soly Levente" userId="e24acefe-6366-498b-8880-e611d82d0ee7" providerId="ADAL" clId="{337214E7-FF16-4155-B18E-C8988A90F535}"/>
    <pc:docChg chg="modSld">
      <pc:chgData name="Tarsoly Levente" userId="e24acefe-6366-498b-8880-e611d82d0ee7" providerId="ADAL" clId="{337214E7-FF16-4155-B18E-C8988A90F535}" dt="2025-05-13T12:44:14.598" v="9" actId="20577"/>
      <pc:docMkLst>
        <pc:docMk/>
      </pc:docMkLst>
      <pc:sldChg chg="modSp mod">
        <pc:chgData name="Tarsoly Levente" userId="e24acefe-6366-498b-8880-e611d82d0ee7" providerId="ADAL" clId="{337214E7-FF16-4155-B18E-C8988A90F535}" dt="2025-05-13T12:44:06.228" v="4" actId="20577"/>
        <pc:sldMkLst>
          <pc:docMk/>
          <pc:sldMk cId="351667601" sldId="257"/>
        </pc:sldMkLst>
        <pc:spChg chg="mod">
          <ac:chgData name="Tarsoly Levente" userId="e24acefe-6366-498b-8880-e611d82d0ee7" providerId="ADAL" clId="{337214E7-FF16-4155-B18E-C8988A90F535}" dt="2025-05-13T12:44:06.228" v="4" actId="20577"/>
          <ac:spMkLst>
            <pc:docMk/>
            <pc:sldMk cId="351667601" sldId="257"/>
            <ac:spMk id="2" creationId="{CB5FA72D-C676-9F04-3127-942A5FA748CD}"/>
          </ac:spMkLst>
        </pc:spChg>
      </pc:sldChg>
      <pc:sldChg chg="modSp mod">
        <pc:chgData name="Tarsoly Levente" userId="e24acefe-6366-498b-8880-e611d82d0ee7" providerId="ADAL" clId="{337214E7-FF16-4155-B18E-C8988A90F535}" dt="2025-05-13T12:44:14.598" v="9" actId="20577"/>
        <pc:sldMkLst>
          <pc:docMk/>
          <pc:sldMk cId="2786690301" sldId="258"/>
        </pc:sldMkLst>
        <pc:spChg chg="mod">
          <ac:chgData name="Tarsoly Levente" userId="e24acefe-6366-498b-8880-e611d82d0ee7" providerId="ADAL" clId="{337214E7-FF16-4155-B18E-C8988A90F535}" dt="2025-05-13T12:44:14.598" v="9" actId="20577"/>
          <ac:spMkLst>
            <pc:docMk/>
            <pc:sldMk cId="2786690301" sldId="258"/>
            <ac:spMk id="2" creationId="{6BF82C06-AB76-17C3-D643-7A50D755C9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DCF46F-3098-CCF6-7E82-7125B08B2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9DF22FD-671E-BE6A-36D2-C6DA00E8D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68D813-9961-9D52-0FAA-6FF399B9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0EE8CD4-51AF-A3C5-4880-305B2086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AECC1F-965E-1BEC-357B-1C30A6AE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11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82C20F-B4CD-6720-65FC-21B0D7BC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C5A03E-2401-CB58-F127-D218B0F6D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7F54DE-F32B-0A57-FD0C-5AD05A58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1946A8-A0E9-EFA4-B233-0167C5A4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AC24B64-C415-9388-0357-848BF9EA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268AD5-E501-B620-F561-ED446BE8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224F785-EE43-3A2F-D7DD-D1BE2656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F9E570-4B2F-2571-4FED-E53A1FD5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E93B73C-A4AE-494C-6CF0-3BAC2D28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549147-B81F-AA37-BCEC-83AB3F41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17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AED890-E983-D9D2-2DD4-BC8DFB5F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030434-10D6-17C1-E289-938B0E5BC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61F45F8-B34C-852D-ABA0-46F3F25C8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C4E8D59-5EA5-F72E-7E4A-BC39B048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BE1F1E-9D5B-0A9B-4FC2-171E9DB0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1EAC3CC-AF0F-E120-777A-D451AA8A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79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FD07CF-7113-C826-9CB3-E6255FE0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8FEBD78-DB21-E18B-ED69-5A4A2154D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B0BA417-3B56-A216-E525-A76CCB387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E21EF95-D5F2-0904-DF29-E42F4291B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CF4C194-5CC4-5690-E9E8-5CF377726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467CA8B-90F7-491B-160A-5F14C55F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F60E3356-49C0-B3E2-C5BE-F65F1689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A373EF6-CB65-32CF-FBF6-CE7C5BF7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96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65A1A2-1816-4BFC-0FDB-C94283A0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3580905-38D1-D423-E9B5-BAFCD4A7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D7F9A7A-E03C-28D5-92E1-7DD1EE50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9E771C2-B436-C2A9-AF67-D5744358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23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8E46AE3-F822-F0C5-1629-960F986B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B78DE2F-0F2C-FDF7-9500-DDC4CB80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AFC17D1-E876-9FCF-94F1-A6D78C89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89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A02FEE-E0E7-D44F-43CF-32AA0E07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B97C24-E06D-051C-EF41-CA0C869BB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D1D334-BE41-4CF7-9CF7-912AD4B7C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869903D-80EA-CACF-67F5-94CEF1EF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7F4CBE0-39A9-1298-721E-DB0D1A8A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FFE9581-4E6B-7C48-1BF6-2643B8EB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72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36F809-C3D7-4EE6-238C-BCC8C528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DE9CD9F-7FAD-5197-40DE-573706354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BB767C9-BD33-585E-D67F-ECD06B9CF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B363AB1-7698-0D45-6BF5-D055D8A8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653C669-54BF-9982-D6ED-B66D3D6E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1AF12DD-9B17-831C-EC33-E143B820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55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3DA2A-E2C3-B199-4A8D-147E04FC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1509F07-3567-D236-0CA4-6A74E32B5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035753-E300-5201-CDB9-6473BB5D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DEAC9E-F49C-1E0F-A24D-77CE74ED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2CA7E8-8BDD-1A92-F413-AD737EC9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83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F4253C5-1B89-4142-E301-AC1F6DE26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F77F01E-A2E3-25E5-D03D-F8574758F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EBE7772-B624-BC63-12B8-0D629EFFE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1F7059-B7A0-883C-8C43-7A03CA26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134884-67F1-2703-7FA5-56A73744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09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6013FD0-0769-1962-CA78-67370988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CB77C27-09BB-B339-2417-B70335BE0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A742EA0-5500-4ABD-51E7-0D173E3CA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77143-9514-4886-9E1A-D4EC26D462E5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47696D-4545-17AE-5898-E0B319199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A047D9-EB72-CE44-7F4A-7085EFF81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ABC87-FA41-4A83-9E41-DC7EE08A5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15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7BD833E-6A56-5F66-3CEE-150D5E0B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6600"/>
              <a:t>Milestone VI.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4B1DCB0-6844-BA6E-AEAD-1CB53F5B6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Tarsoly Levente</a:t>
            </a:r>
            <a:endParaRPr lang="en-GB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5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B5FA72D-C676-9F04-3127-942A5FA7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GB" sz="4000" dirty="0"/>
              <a:t>Soft Voting C-n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FE54F-AB42-2101-1175-CDD0A812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Accuracy: 0.8129116002520713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Precision: 0.7068859300752838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Recall: 0.5877824821099569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F1-Score: 0.6133</a:t>
            </a:r>
          </a:p>
          <a:p>
            <a:endParaRPr lang="en-GB" sz="1400"/>
          </a:p>
        </p:txBody>
      </p:sp>
      <p:pic>
        <p:nvPicPr>
          <p:cNvPr id="5" name="Kép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8908FE3-FDDE-7CF3-D9D8-3E7E055F5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31" y="2421924"/>
            <a:ext cx="4610119" cy="3711146"/>
          </a:xfrm>
          <a:prstGeom prst="rect">
            <a:avLst/>
          </a:prstGeom>
        </p:spPr>
      </p:pic>
      <p:pic>
        <p:nvPicPr>
          <p:cNvPr id="4" name="Kép 3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CD46E57-0A52-412E-2A6B-3144C10E8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733800"/>
            <a:ext cx="5167185" cy="30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F82C06-AB76-17C3-D643-7A50D755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GB" sz="4000"/>
              <a:t>Soft Voting </a:t>
            </a:r>
            <a:r>
              <a:rPr lang="en-GB" sz="4000" dirty="0"/>
              <a:t>D-n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F3B22E-7375-333E-F922-A2ECD65C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Accuracy: 0.8182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Precision: 0.8130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Recall: 0.6672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F1-Score: 0.6237</a:t>
            </a:r>
          </a:p>
          <a:p>
            <a:endParaRPr lang="en-GB" sz="1400"/>
          </a:p>
        </p:txBody>
      </p:sp>
      <p:pic>
        <p:nvPicPr>
          <p:cNvPr id="5" name="Kép 4" descr="A képen szöveg, képernyőkép, diagra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5DF3E7A-1E49-39E9-0974-E29317FA6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46" y="2421924"/>
            <a:ext cx="4391888" cy="3711146"/>
          </a:xfrm>
          <a:prstGeom prst="rect">
            <a:avLst/>
          </a:prstGeom>
        </p:spPr>
      </p:pic>
      <p:pic>
        <p:nvPicPr>
          <p:cNvPr id="4" name="Kép 3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10C0446-B5D9-BAC7-787A-E1ACB1570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733800"/>
            <a:ext cx="5167185" cy="30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9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29F348-89DF-98D7-1745-D2EAFA90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GB" sz="4000"/>
              <a:t>RFC aggregáció nélkül C-n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BE7B27-6992-37DE-5812-D2C1A82F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Accuracy: 0.9887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Precision: 0.74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Recall: 0.87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F1: 0.7933</a:t>
            </a:r>
          </a:p>
          <a:p>
            <a:endParaRPr lang="en-GB" sz="1400"/>
          </a:p>
        </p:txBody>
      </p:sp>
      <p:pic>
        <p:nvPicPr>
          <p:cNvPr id="5" name="Kép 4" descr="A képen szöveg, képernyőkép, diagram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93C8F63-AE42-BA17-DEF4-2DA410BEC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31" y="2421924"/>
            <a:ext cx="4610119" cy="3711146"/>
          </a:xfrm>
          <a:prstGeom prst="rect">
            <a:avLst/>
          </a:prstGeom>
        </p:spPr>
      </p:pic>
      <p:pic>
        <p:nvPicPr>
          <p:cNvPr id="4" name="Kép 3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9E06B2E-565E-C7AB-3C88-C0A23F97B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733800"/>
            <a:ext cx="5167185" cy="30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2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242D70-63A1-62EE-668D-4840648C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GB" sz="4000"/>
              <a:t>RFC aggregáció nélkül D-n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6BEA9A-6EEC-2DF0-9A8C-1A099FA3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Accuracy: 0.9886846153846154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Precision: 0.8731881003360513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Recall: 0.7381869315920103</a:t>
            </a:r>
          </a:p>
          <a:p>
            <a:pPr>
              <a:spcAft>
                <a:spcPts val="800"/>
              </a:spcAft>
            </a:pP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F1: 0.5500</a:t>
            </a:r>
          </a:p>
          <a:p>
            <a:endParaRPr lang="en-GB" sz="1400"/>
          </a:p>
        </p:txBody>
      </p:sp>
      <p:pic>
        <p:nvPicPr>
          <p:cNvPr id="5" name="Kép 4" descr="A képen szöveg, képernyőkép, diagram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92D8137-E4C1-9252-CFD7-A81573ADB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31" y="2421924"/>
            <a:ext cx="4610119" cy="3711146"/>
          </a:xfrm>
          <a:prstGeom prst="rect">
            <a:avLst/>
          </a:prstGeom>
        </p:spPr>
      </p:pic>
      <p:pic>
        <p:nvPicPr>
          <p:cNvPr id="4" name="Kép 3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6ABDB2F-8EA5-7774-4B9F-9A45DC1F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733800"/>
            <a:ext cx="5167185" cy="30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67</Words>
  <Application>Microsoft Office PowerPoint</Application>
  <PresentationFormat>Szélesvásznú</PresentationFormat>
  <Paragraphs>22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Milestone VI.</vt:lpstr>
      <vt:lpstr>Soft Voting C-n</vt:lpstr>
      <vt:lpstr>Soft Voting D-n</vt:lpstr>
      <vt:lpstr>RFC aggregáció nélkül C-n</vt:lpstr>
      <vt:lpstr>RFC aggregáció nélkül D-n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Tarsoly Levente</dc:creator>
  <cp:lastModifiedBy>Tarsoly Levente</cp:lastModifiedBy>
  <cp:revision>1</cp:revision>
  <dcterms:created xsi:type="dcterms:W3CDTF">2025-05-13T12:23:53Z</dcterms:created>
  <dcterms:modified xsi:type="dcterms:W3CDTF">2025-05-13T12:44:15Z</dcterms:modified>
</cp:coreProperties>
</file>