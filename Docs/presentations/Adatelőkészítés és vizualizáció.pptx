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1D42A3-CA1E-D1F3-8C6A-765B11B8F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7C5EADB-3B8E-0F90-2384-FD8859C4A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EB4402C-3509-72A6-6284-CD51809F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34CF550-FD3E-E49E-ABED-0861E18EF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893109-51E7-F5A7-C843-06622E84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99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E9AA96-F294-4A66-9D74-7A134936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DCF569-90EA-A67B-2A0B-B671AE26B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C6330D-08E7-86FE-EC0B-7B5332CB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969071-E415-1E50-1B65-B4293A65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3FFB1E6-5C33-C0BA-1AFA-62CB5D58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06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6D1623-EEF8-CB3F-6008-19E603AF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3E5E71-A709-7E73-966C-216B29F8D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1EB4F9-055E-DA5C-4FAE-0B5839BB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D40E72F-AC57-616D-F1EB-21B0FC700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14B309-C93E-2F0C-4D82-F2DE66D6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68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ECA75E-E2CE-9709-C46B-423E6F39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91DE26-DD61-F260-566A-94B220C0F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35568C0-129D-60F1-E24A-C726C9956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6496CF2-A307-0BAC-7DDE-E2994A43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486B89C-BAFB-6384-6E56-A9FB7CFD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2928247-288A-053D-9652-0AEC2921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70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CC324B-079F-7A0E-548F-AF611EC4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9431478-C0D2-23AD-3297-536C43BBC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F7E0A30-47C8-2C46-3180-861466B6B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6648918-5535-29BC-9277-92754953A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D2E74DA-8666-EC48-A54C-F7814A45F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A6701D5-F7EB-C0E5-BD74-229DFE5B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DDCB3B6-963B-BCDF-36A8-9F0A2B85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F9A604C-ABEF-82A5-72C1-6D3C7B22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87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72E9BF-CB6F-5344-9E6F-3BA753AF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B16AD58-8CB8-1D7D-2567-B5963A37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CE2B855-D0D5-95CC-0085-A55BA9B3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4627F40-D9FE-55E3-5264-2AD5F8EA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83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9639C63-D88A-FD77-8FDA-4C21A541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2EA6EC4-0494-DC6C-2BDC-1B79891A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8E3E885-8E3B-8B58-5653-63A6A200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32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B51740-5230-442A-E6AD-192CF51F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B21BE0-0659-4DB2-91F8-C8FA12517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89ED5AD-8573-C2DF-BAED-1F2B77632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751F75E-DAB6-4A11-290D-C9A2D135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040895-CB42-5E6E-0E80-7BAD39C6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F3D38F6-D869-B9A3-96A5-3C53FDE6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01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D800C7-5CF2-482A-E6D9-62BC9B34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635A2BC-982A-F3CD-C5B2-481A26976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671E4A9-5DFA-75E0-DD7B-75C9F2E11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6528C99-8085-4468-EF5B-61FCF5A1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690BD2F-D79E-05D9-761E-5257A286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BB2F3C3-7D05-E871-F021-FC3FF8EB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99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6DC5AB-6E74-14F9-8E95-2F591CE5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EE3FD22-82D1-D5A6-7B7E-B9A7A876A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EFA077-69EB-33FF-A30E-75A3801D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9F45400-FBB0-A968-4DC5-60A45CC7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419D0E-F9C6-E2B4-33D4-E7BE300B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60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62CA686-2F3A-26BF-D958-6B6B3E50A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E4F5ABD-EA63-909F-1712-889FA85A9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4C823D-493E-ABBD-BAE3-AE1E8FD6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CE1A462-0DCC-6FCE-321F-98B30E3B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F159A9-BAC2-A705-EB4E-21B775F8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76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3446DBB-9E13-D259-D089-9F8A35D8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7A8F92B-F64B-8C14-8AEB-D3118692A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DE8C87-25FD-7511-36DA-79A8C6968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94F85-6E25-4084-A6D9-202C42699CEF}" type="datetimeFigureOut">
              <a:rPr lang="en-GB" smtClean="0"/>
              <a:t>11/03/2025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4506B4F-BFCF-6B93-C008-CCD659BF6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F3AE78-3768-412D-430E-FEDA6AF5D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25027-56EF-4957-A8B4-F310A5B61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9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6EC113A-B5EB-5653-817A-C994802D5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Adatelőkészítés és vizualizáció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533B8C8-7F7E-715E-1C44-030A9019D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GB">
                <a:solidFill>
                  <a:srgbClr val="FFFFFF"/>
                </a:solidFill>
              </a:rPr>
              <a:t>Tarsoly Levente</a:t>
            </a:r>
          </a:p>
        </p:txBody>
      </p:sp>
    </p:spTree>
    <p:extLst>
      <p:ext uri="{BB962C8B-B14F-4D97-AF65-F5344CB8AC3E}">
        <p14:creationId xmlns:p14="http://schemas.microsoft.com/office/powerpoint/2010/main" val="122906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8D064E4-93A8-BE8F-C6BA-BE3D008D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700">
                <a:solidFill>
                  <a:srgbClr val="FFFFFF"/>
                </a:solidFill>
              </a:rPr>
              <a:t>Adatelőkészítés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9DABDA-8F39-5D10-A649-DF469287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hu-HU" sz="2000"/>
              <a:t>Táblák összefűzése Attack</a:t>
            </a:r>
            <a:r>
              <a:rPr lang="en-GB" sz="2000"/>
              <a:t>_</a:t>
            </a:r>
            <a:r>
              <a:rPr lang="hu-HU" sz="2000"/>
              <a:t>ID</a:t>
            </a:r>
            <a:r>
              <a:rPr lang="en-GB" sz="2000"/>
              <a:t> segítségével</a:t>
            </a:r>
          </a:p>
          <a:p>
            <a:r>
              <a:rPr lang="hu-HU" sz="2000"/>
              <a:t>Nem releváns sorok elhagyása (significant flag, Whitelist flag).​</a:t>
            </a:r>
          </a:p>
          <a:p>
            <a:r>
              <a:rPr lang="en-GB" sz="2000"/>
              <a:t>Attack code változó multi-label encode</a:t>
            </a:r>
            <a:r>
              <a:rPr lang="hu-HU" sz="2000"/>
              <a:t>​</a:t>
            </a:r>
            <a:r>
              <a:rPr lang="en-GB" sz="2000"/>
              <a:t>-olása</a:t>
            </a:r>
            <a:endParaRPr lang="hu-HU" sz="2000"/>
          </a:p>
          <a:p>
            <a:r>
              <a:rPr lang="hu-HU" sz="2000"/>
              <a:t>Támadás kiszámítása (másodpercben): End time - Start time​</a:t>
            </a:r>
            <a:endParaRPr lang="en-GB" sz="2000"/>
          </a:p>
          <a:p>
            <a:r>
              <a:rPr lang="en-GB" sz="2000"/>
              <a:t>Támadás napjának kinyerése Start time-ból</a:t>
            </a:r>
          </a:p>
          <a:p>
            <a:r>
              <a:rPr lang="en-GB" sz="2000"/>
              <a:t>Napszak kinyerése Start time-ból</a:t>
            </a:r>
            <a:endParaRPr lang="hu-HU" sz="2000"/>
          </a:p>
          <a:p>
            <a:r>
              <a:rPr lang="hu-HU" sz="2000"/>
              <a:t>Normalizálás</a:t>
            </a:r>
            <a:r>
              <a:rPr lang="en-GB" sz="2000"/>
              <a:t> (data speed, packet speed, avg packet len)</a:t>
            </a:r>
            <a:r>
              <a:rPr lang="hu-HU" sz="2000"/>
              <a:t>​</a:t>
            </a:r>
          </a:p>
          <a:p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207496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7DA48D7-755B-E02A-E40A-DCA0664D8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Target eloszlása az összefűzött adatokon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E1434EB-3034-A9D5-4EF0-9E48B72EA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553" y="2521536"/>
            <a:ext cx="3238707" cy="338246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78DC7EC-FF01-4F2F-163A-5266D4C62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46" y="2617704"/>
            <a:ext cx="3238707" cy="319012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DAE83AD-4F89-09C6-F77C-6AFDAD8B2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740" y="2852510"/>
            <a:ext cx="3238707" cy="272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7BC05D50-0FD0-B01F-EA9C-7B4458BE6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88" y="321733"/>
            <a:ext cx="3194539" cy="223617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6C8156C7-8E05-C7D9-BB42-62860BA85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092" y="562178"/>
            <a:ext cx="2416551" cy="176408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2839B5-6527-4FE1-B5CA-71D5FFC47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752928"/>
            <a:ext cx="7566298" cy="7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B37F3-721E-4809-A50E-9EE306404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6483" y="0"/>
            <a:ext cx="91440" cy="278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C40FA568-0CAB-12FE-7536-011A483FB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131" y="4314276"/>
            <a:ext cx="3328499" cy="232994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E12D8E2-6088-4997-A8C6-1794DA9E1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813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EFC7911-0787-0CCF-BCAC-27D073F17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268" y="676041"/>
            <a:ext cx="3567362" cy="260417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AF10F47-1605-47C5-AE58-9062909A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299" y="3862989"/>
            <a:ext cx="4625702" cy="82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66EA6AB-2439-F954-01F8-6F5831F86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624" y="3025871"/>
            <a:ext cx="4835942" cy="3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48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Kép 22">
            <a:extLst>
              <a:ext uri="{FF2B5EF4-FFF2-40B4-BE49-F238E27FC236}">
                <a16:creationId xmlns:a16="http://schemas.microsoft.com/office/drawing/2014/main" id="{C9A7AC09-9ADF-5205-5543-215822C74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741" y="321734"/>
            <a:ext cx="3979685" cy="290517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EE3A046-D24B-2132-57CA-893C8582F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489" y="321734"/>
            <a:ext cx="3979685" cy="290517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3E74D812-5449-06CD-973C-A611BB851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177" y="3631096"/>
            <a:ext cx="4000811" cy="276056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B10AD1F-5149-6920-3358-39CB09B1A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3537" y="3631096"/>
            <a:ext cx="3781589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7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70</Words>
  <Application>Microsoft Office PowerPoint</Application>
  <PresentationFormat>Szélesvásznú</PresentationFormat>
  <Paragraphs>11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Adatelőkészítés és vizualizáció</vt:lpstr>
      <vt:lpstr>Adatelőkészítés</vt:lpstr>
      <vt:lpstr>Target eloszlása az összefűzött adatokon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Tarsoly Levente</dc:creator>
  <cp:lastModifiedBy>Tarsoly Levente</cp:lastModifiedBy>
  <cp:revision>8</cp:revision>
  <dcterms:created xsi:type="dcterms:W3CDTF">2025-03-11T11:55:39Z</dcterms:created>
  <dcterms:modified xsi:type="dcterms:W3CDTF">2025-03-11T12:49:46Z</dcterms:modified>
</cp:coreProperties>
</file>