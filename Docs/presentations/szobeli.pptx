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soly Levente" userId="e24acefe-6366-498b-8880-e611d82d0ee7" providerId="ADAL" clId="{144347B2-0089-4750-AFE4-3D7B8D6154FB}"/>
    <pc:docChg chg="undo redo custSel addSld delSld modSld addMainMaster delMainMaster">
      <pc:chgData name="Tarsoly Levente" userId="e24acefe-6366-498b-8880-e611d82d0ee7" providerId="ADAL" clId="{144347B2-0089-4750-AFE4-3D7B8D6154FB}" dt="2025-05-21T06:32:31.181" v="1893" actId="20577"/>
      <pc:docMkLst>
        <pc:docMk/>
      </pc:docMkLst>
      <pc:sldChg chg="addSp delSp modSp mod setBg modClrScheme addAnim chgLayout">
        <pc:chgData name="Tarsoly Levente" userId="e24acefe-6366-498b-8880-e611d82d0ee7" providerId="ADAL" clId="{144347B2-0089-4750-AFE4-3D7B8D6154FB}" dt="2025-05-13T16:14:15.203" v="1682" actId="478"/>
        <pc:sldMkLst>
          <pc:docMk/>
          <pc:sldMk cId="2513681980" sldId="256"/>
        </pc:sldMkLst>
        <pc:spChg chg="mod">
          <ac:chgData name="Tarsoly Levente" userId="e24acefe-6366-498b-8880-e611d82d0ee7" providerId="ADAL" clId="{144347B2-0089-4750-AFE4-3D7B8D6154FB}" dt="2025-05-13T10:41:56.139" v="6" actId="26606"/>
          <ac:spMkLst>
            <pc:docMk/>
            <pc:sldMk cId="2513681980" sldId="256"/>
            <ac:spMk id="2" creationId="{2ABA6FA5-A68B-7E78-EB7C-50727A20224B}"/>
          </ac:spMkLst>
        </pc:spChg>
        <pc:spChg chg="mod">
          <ac:chgData name="Tarsoly Levente" userId="e24acefe-6366-498b-8880-e611d82d0ee7" providerId="ADAL" clId="{144347B2-0089-4750-AFE4-3D7B8D6154FB}" dt="2025-05-13T10:42:03.757" v="9" actId="20577"/>
          <ac:spMkLst>
            <pc:docMk/>
            <pc:sldMk cId="2513681980" sldId="256"/>
            <ac:spMk id="3" creationId="{70D4B91E-CA82-4066-5C57-D9A9F3CA0477}"/>
          </ac:spMkLst>
        </pc:spChg>
        <pc:spChg chg="add mod">
          <ac:chgData name="Tarsoly Levente" userId="e24acefe-6366-498b-8880-e611d82d0ee7" providerId="ADAL" clId="{144347B2-0089-4750-AFE4-3D7B8D6154FB}" dt="2025-05-13T16:12:01.547" v="1672" actId="207"/>
          <ac:spMkLst>
            <pc:docMk/>
            <pc:sldMk cId="2513681980" sldId="256"/>
            <ac:spMk id="4" creationId="{4F0DA191-3E60-DC9A-0962-0B9020186B02}"/>
          </ac:spMkLst>
        </pc:spChg>
        <pc:spChg chg="add">
          <ac:chgData name="Tarsoly Levente" userId="e24acefe-6366-498b-8880-e611d82d0ee7" providerId="ADAL" clId="{144347B2-0089-4750-AFE4-3D7B8D6154FB}" dt="2025-05-13T10:41:56.139" v="6" actId="26606"/>
          <ac:spMkLst>
            <pc:docMk/>
            <pc:sldMk cId="2513681980" sldId="256"/>
            <ac:spMk id="8" creationId="{6F5A5072-7B47-4D32-B52A-4EBBF590B8A5}"/>
          </ac:spMkLst>
        </pc:spChg>
        <pc:spChg chg="add">
          <ac:chgData name="Tarsoly Levente" userId="e24acefe-6366-498b-8880-e611d82d0ee7" providerId="ADAL" clId="{144347B2-0089-4750-AFE4-3D7B8D6154FB}" dt="2025-05-13T10:41:56.139" v="6" actId="26606"/>
          <ac:spMkLst>
            <pc:docMk/>
            <pc:sldMk cId="2513681980" sldId="256"/>
            <ac:spMk id="10" creationId="{9715DAF0-AE1B-46C9-8A6B-DB2AA05AB91D}"/>
          </ac:spMkLst>
        </pc:spChg>
        <pc:spChg chg="add">
          <ac:chgData name="Tarsoly Levente" userId="e24acefe-6366-498b-8880-e611d82d0ee7" providerId="ADAL" clId="{144347B2-0089-4750-AFE4-3D7B8D6154FB}" dt="2025-05-13T10:41:56.139" v="6" actId="26606"/>
          <ac:spMkLst>
            <pc:docMk/>
            <pc:sldMk cId="2513681980" sldId="256"/>
            <ac:spMk id="12" creationId="{6016219D-510E-4184-9090-6D5578A87BD1}"/>
          </ac:spMkLst>
        </pc:spChg>
        <pc:spChg chg="add">
          <ac:chgData name="Tarsoly Levente" userId="e24acefe-6366-498b-8880-e611d82d0ee7" providerId="ADAL" clId="{144347B2-0089-4750-AFE4-3D7B8D6154FB}" dt="2025-05-13T10:41:56.139" v="6" actId="26606"/>
          <ac:spMkLst>
            <pc:docMk/>
            <pc:sldMk cId="2513681980" sldId="256"/>
            <ac:spMk id="14" creationId="{AFF4A713-7B75-4B21-90D7-5AB19547C728}"/>
          </ac:spMkLst>
        </pc:spChg>
        <pc:spChg chg="add">
          <ac:chgData name="Tarsoly Levente" userId="e24acefe-6366-498b-8880-e611d82d0ee7" providerId="ADAL" clId="{144347B2-0089-4750-AFE4-3D7B8D6154FB}" dt="2025-05-13T10:41:56.139" v="6" actId="26606"/>
          <ac:spMkLst>
            <pc:docMk/>
            <pc:sldMk cId="2513681980" sldId="256"/>
            <ac:spMk id="16" creationId="{DC631C0B-6DA6-4E57-8231-CE32B3434A7E}"/>
          </ac:spMkLst>
        </pc:spChg>
        <pc:spChg chg="add">
          <ac:chgData name="Tarsoly Levente" userId="e24acefe-6366-498b-8880-e611d82d0ee7" providerId="ADAL" clId="{144347B2-0089-4750-AFE4-3D7B8D6154FB}" dt="2025-05-13T10:41:56.139" v="6" actId="26606"/>
          <ac:spMkLst>
            <pc:docMk/>
            <pc:sldMk cId="2513681980" sldId="256"/>
            <ac:spMk id="18" creationId="{C29501E6-A978-4A61-9689-9085AF97A53A}"/>
          </ac:spMkLst>
        </pc:spChg>
      </pc:sldChg>
      <pc:sldChg chg="addSp delSp modSp new add del mod setBg">
        <pc:chgData name="Tarsoly Levente" userId="e24acefe-6366-498b-8880-e611d82d0ee7" providerId="ADAL" clId="{144347B2-0089-4750-AFE4-3D7B8D6154FB}" dt="2025-05-13T10:52:37.513" v="282" actId="47"/>
        <pc:sldMkLst>
          <pc:docMk/>
          <pc:sldMk cId="3031472147" sldId="257"/>
        </pc:sldMkLst>
      </pc:sldChg>
      <pc:sldChg chg="addSp delSp modSp new del mod">
        <pc:chgData name="Tarsoly Levente" userId="e24acefe-6366-498b-8880-e611d82d0ee7" providerId="ADAL" clId="{144347B2-0089-4750-AFE4-3D7B8D6154FB}" dt="2025-05-13T10:54:18.258" v="317" actId="47"/>
        <pc:sldMkLst>
          <pc:docMk/>
          <pc:sldMk cId="1206735566" sldId="258"/>
        </pc:sldMkLst>
      </pc:sldChg>
      <pc:sldChg chg="addSp delSp modSp new mod setBg modNotesTx">
        <pc:chgData name="Tarsoly Levente" userId="e24acefe-6366-498b-8880-e611d82d0ee7" providerId="ADAL" clId="{144347B2-0089-4750-AFE4-3D7B8D6154FB}" dt="2025-05-20T19:04:17.006" v="1869" actId="20577"/>
        <pc:sldMkLst>
          <pc:docMk/>
          <pc:sldMk cId="1193671509" sldId="259"/>
        </pc:sldMkLst>
        <pc:spChg chg="mod">
          <ac:chgData name="Tarsoly Levente" userId="e24acefe-6366-498b-8880-e611d82d0ee7" providerId="ADAL" clId="{144347B2-0089-4750-AFE4-3D7B8D6154FB}" dt="2025-05-13T10:52:30.843" v="277" actId="26606"/>
          <ac:spMkLst>
            <pc:docMk/>
            <pc:sldMk cId="1193671509" sldId="259"/>
            <ac:spMk id="2" creationId="{7E14F2AA-CB4D-35DA-9513-EB1DEEB8F4FE}"/>
          </ac:spMkLst>
        </pc:spChg>
        <pc:spChg chg="mod">
          <ac:chgData name="Tarsoly Levente" userId="e24acefe-6366-498b-8880-e611d82d0ee7" providerId="ADAL" clId="{144347B2-0089-4750-AFE4-3D7B8D6154FB}" dt="2025-05-20T19:04:17.006" v="1869" actId="20577"/>
          <ac:spMkLst>
            <pc:docMk/>
            <pc:sldMk cId="1193671509" sldId="259"/>
            <ac:spMk id="3" creationId="{92AF5F69-54E2-68B5-51CF-EFC919D6D42E}"/>
          </ac:spMkLst>
        </pc:spChg>
        <pc:spChg chg="add del">
          <ac:chgData name="Tarsoly Levente" userId="e24acefe-6366-498b-8880-e611d82d0ee7" providerId="ADAL" clId="{144347B2-0089-4750-AFE4-3D7B8D6154FB}" dt="2025-05-13T10:52:35.656" v="280" actId="26606"/>
          <ac:spMkLst>
            <pc:docMk/>
            <pc:sldMk cId="1193671509" sldId="259"/>
            <ac:spMk id="12" creationId="{1A95671B-3CC6-4792-9114-B74FAEA224E6}"/>
          </ac:spMkLst>
        </pc:spChg>
        <pc:graphicFrameChg chg="add mod ord modGraphic">
          <ac:chgData name="Tarsoly Levente" userId="e24acefe-6366-498b-8880-e611d82d0ee7" providerId="ADAL" clId="{144347B2-0089-4750-AFE4-3D7B8D6154FB}" dt="2025-05-13T11:45:44.749" v="1574" actId="255"/>
          <ac:graphicFrameMkLst>
            <pc:docMk/>
            <pc:sldMk cId="1193671509" sldId="259"/>
            <ac:graphicFrameMk id="6" creationId="{F65B1098-1765-5582-AD74-058EDE4D8FBE}"/>
          </ac:graphicFrameMkLst>
        </pc:graphicFrameChg>
        <pc:picChg chg="add mod">
          <ac:chgData name="Tarsoly Levente" userId="e24acefe-6366-498b-8880-e611d82d0ee7" providerId="ADAL" clId="{144347B2-0089-4750-AFE4-3D7B8D6154FB}" dt="2025-05-13T10:58:21.303" v="353" actId="1076"/>
          <ac:picMkLst>
            <pc:docMk/>
            <pc:sldMk cId="1193671509" sldId="259"/>
            <ac:picMk id="5" creationId="{CF09CC50-6ED7-7392-F928-6A6122D33387}"/>
          </ac:picMkLst>
        </pc:picChg>
      </pc:sldChg>
      <pc:sldChg chg="addSp delSp modSp new mod setBg">
        <pc:chgData name="Tarsoly Levente" userId="e24acefe-6366-498b-8880-e611d82d0ee7" providerId="ADAL" clId="{144347B2-0089-4750-AFE4-3D7B8D6154FB}" dt="2025-05-20T19:05:12.903" v="1875" actId="21"/>
        <pc:sldMkLst>
          <pc:docMk/>
          <pc:sldMk cId="4259722565" sldId="260"/>
        </pc:sldMkLst>
        <pc:spChg chg="mod">
          <ac:chgData name="Tarsoly Levente" userId="e24acefe-6366-498b-8880-e611d82d0ee7" providerId="ADAL" clId="{144347B2-0089-4750-AFE4-3D7B8D6154FB}" dt="2025-05-20T19:05:12.903" v="1875" actId="21"/>
          <ac:spMkLst>
            <pc:docMk/>
            <pc:sldMk cId="4259722565" sldId="260"/>
            <ac:spMk id="2" creationId="{870B3081-F754-A377-9EBE-35BC7AC83FF1}"/>
          </ac:spMkLst>
        </pc:spChg>
        <pc:spChg chg="add">
          <ac:chgData name="Tarsoly Levente" userId="e24acefe-6366-498b-8880-e611d82d0ee7" providerId="ADAL" clId="{144347B2-0089-4750-AFE4-3D7B8D6154FB}" dt="2025-05-13T10:55:05.557" v="324" actId="26606"/>
          <ac:spMkLst>
            <pc:docMk/>
            <pc:sldMk cId="4259722565" sldId="260"/>
            <ac:spMk id="12" creationId="{1A95671B-3CC6-4792-9114-B74FAEA224E6}"/>
          </ac:spMkLst>
        </pc:spChg>
        <pc:picChg chg="add mod">
          <ac:chgData name="Tarsoly Levente" userId="e24acefe-6366-498b-8880-e611d82d0ee7" providerId="ADAL" clId="{144347B2-0089-4750-AFE4-3D7B8D6154FB}" dt="2025-05-13T10:58:36.376" v="354" actId="1076"/>
          <ac:picMkLst>
            <pc:docMk/>
            <pc:sldMk cId="4259722565" sldId="260"/>
            <ac:picMk id="5" creationId="{21BC552C-E2F9-B98E-7A50-A152B92260FF}"/>
          </ac:picMkLst>
        </pc:picChg>
        <pc:picChg chg="add mod">
          <ac:chgData name="Tarsoly Levente" userId="e24acefe-6366-498b-8880-e611d82d0ee7" providerId="ADAL" clId="{144347B2-0089-4750-AFE4-3D7B8D6154FB}" dt="2025-05-13T10:59:23.831" v="355" actId="1076"/>
          <ac:picMkLst>
            <pc:docMk/>
            <pc:sldMk cId="4259722565" sldId="260"/>
            <ac:picMk id="8" creationId="{5D0740A4-428A-312A-6E6E-70EF957529BB}"/>
          </ac:picMkLst>
        </pc:picChg>
        <pc:picChg chg="add mod">
          <ac:chgData name="Tarsoly Levente" userId="e24acefe-6366-498b-8880-e611d82d0ee7" providerId="ADAL" clId="{144347B2-0089-4750-AFE4-3D7B8D6154FB}" dt="2025-05-13T11:00:00.816" v="386" actId="1076"/>
          <ac:picMkLst>
            <pc:docMk/>
            <pc:sldMk cId="4259722565" sldId="260"/>
            <ac:picMk id="14" creationId="{E4D49D2D-B38B-01C5-E573-5AE884FFA00A}"/>
          </ac:picMkLst>
        </pc:picChg>
        <pc:picChg chg="add mod">
          <ac:chgData name="Tarsoly Levente" userId="e24acefe-6366-498b-8880-e611d82d0ee7" providerId="ADAL" clId="{144347B2-0089-4750-AFE4-3D7B8D6154FB}" dt="2025-05-13T10:59:54.525" v="358" actId="1076"/>
          <ac:picMkLst>
            <pc:docMk/>
            <pc:sldMk cId="4259722565" sldId="260"/>
            <ac:picMk id="16" creationId="{5CF5FE6B-19E5-D48B-8066-3C5F9AD1FB23}"/>
          </ac:picMkLst>
        </pc:picChg>
      </pc:sldChg>
      <pc:sldChg chg="addSp delSp modSp new mod modNotesTx">
        <pc:chgData name="Tarsoly Levente" userId="e24acefe-6366-498b-8880-e611d82d0ee7" providerId="ADAL" clId="{144347B2-0089-4750-AFE4-3D7B8D6154FB}" dt="2025-05-20T19:05:16.366" v="1876"/>
        <pc:sldMkLst>
          <pc:docMk/>
          <pc:sldMk cId="3950215959" sldId="261"/>
        </pc:sldMkLst>
        <pc:spChg chg="mod">
          <ac:chgData name="Tarsoly Levente" userId="e24acefe-6366-498b-8880-e611d82d0ee7" providerId="ADAL" clId="{144347B2-0089-4750-AFE4-3D7B8D6154FB}" dt="2025-05-13T16:14:39.038" v="1684" actId="255"/>
          <ac:spMkLst>
            <pc:docMk/>
            <pc:sldMk cId="3950215959" sldId="261"/>
            <ac:spMk id="2" creationId="{22557D78-D05F-7174-152C-954E392A2DF5}"/>
          </ac:spMkLst>
        </pc:spChg>
        <pc:spChg chg="mod">
          <ac:chgData name="Tarsoly Levente" userId="e24acefe-6366-498b-8880-e611d82d0ee7" providerId="ADAL" clId="{144347B2-0089-4750-AFE4-3D7B8D6154FB}" dt="2025-05-20T19:05:16.366" v="1876"/>
          <ac:spMkLst>
            <pc:docMk/>
            <pc:sldMk cId="3950215959" sldId="261"/>
            <ac:spMk id="3" creationId="{0C2697F4-6F28-1A1F-C9A2-0011D5ED5738}"/>
          </ac:spMkLst>
        </pc:spChg>
        <pc:spChg chg="mod">
          <ac:chgData name="Tarsoly Levente" userId="e24acefe-6366-498b-8880-e611d82d0ee7" providerId="ADAL" clId="{144347B2-0089-4750-AFE4-3D7B8D6154FB}" dt="2025-05-13T16:15:25.193" v="1693" actId="1076"/>
          <ac:spMkLst>
            <pc:docMk/>
            <pc:sldMk cId="3950215959" sldId="261"/>
            <ac:spMk id="4" creationId="{5FE31242-712D-ED4F-A0CE-F927B5D28FB2}"/>
          </ac:spMkLst>
        </pc:spChg>
        <pc:picChg chg="add mod">
          <ac:chgData name="Tarsoly Levente" userId="e24acefe-6366-498b-8880-e611d82d0ee7" providerId="ADAL" clId="{144347B2-0089-4750-AFE4-3D7B8D6154FB}" dt="2025-05-13T11:03:32.260" v="509" actId="962"/>
          <ac:picMkLst>
            <pc:docMk/>
            <pc:sldMk cId="3950215959" sldId="261"/>
            <ac:picMk id="6" creationId="{837F587B-EF9C-D2A4-51E7-599DCDF957E0}"/>
          </ac:picMkLst>
        </pc:picChg>
      </pc:sldChg>
      <pc:sldChg chg="addSp delSp modSp new mod">
        <pc:chgData name="Tarsoly Levente" userId="e24acefe-6366-498b-8880-e611d82d0ee7" providerId="ADAL" clId="{144347B2-0089-4750-AFE4-3D7B8D6154FB}" dt="2025-05-20T19:05:20.025" v="1877"/>
        <pc:sldMkLst>
          <pc:docMk/>
          <pc:sldMk cId="3572893909" sldId="262"/>
        </pc:sldMkLst>
        <pc:spChg chg="mod">
          <ac:chgData name="Tarsoly Levente" userId="e24acefe-6366-498b-8880-e611d82d0ee7" providerId="ADAL" clId="{144347B2-0089-4750-AFE4-3D7B8D6154FB}" dt="2025-05-13T16:14:44.632" v="1685" actId="255"/>
          <ac:spMkLst>
            <pc:docMk/>
            <pc:sldMk cId="3572893909" sldId="262"/>
            <ac:spMk id="2" creationId="{D40CD054-C7FC-CD54-9BC2-8C3031B7D882}"/>
          </ac:spMkLst>
        </pc:spChg>
        <pc:spChg chg="mod">
          <ac:chgData name="Tarsoly Levente" userId="e24acefe-6366-498b-8880-e611d82d0ee7" providerId="ADAL" clId="{144347B2-0089-4750-AFE4-3D7B8D6154FB}" dt="2025-05-20T19:05:20.025" v="1877"/>
          <ac:spMkLst>
            <pc:docMk/>
            <pc:sldMk cId="3572893909" sldId="262"/>
            <ac:spMk id="3" creationId="{C9E6999C-F62E-9C6C-AE05-C1D81BBA8943}"/>
          </ac:spMkLst>
        </pc:spChg>
        <pc:spChg chg="mod">
          <ac:chgData name="Tarsoly Levente" userId="e24acefe-6366-498b-8880-e611d82d0ee7" providerId="ADAL" clId="{144347B2-0089-4750-AFE4-3D7B8D6154FB}" dt="2025-05-13T16:15:28.386" v="1694" actId="1076"/>
          <ac:spMkLst>
            <pc:docMk/>
            <pc:sldMk cId="3572893909" sldId="262"/>
            <ac:spMk id="4" creationId="{56022F3C-8EE4-9B5F-26EA-598CB90BFF3D}"/>
          </ac:spMkLst>
        </pc:spChg>
        <pc:picChg chg="add mod">
          <ac:chgData name="Tarsoly Levente" userId="e24acefe-6366-498b-8880-e611d82d0ee7" providerId="ADAL" clId="{144347B2-0089-4750-AFE4-3D7B8D6154FB}" dt="2025-05-13T11:03:49.782" v="512" actId="962"/>
          <ac:picMkLst>
            <pc:docMk/>
            <pc:sldMk cId="3572893909" sldId="262"/>
            <ac:picMk id="6" creationId="{F39DBA30-D9B9-8CB5-07D0-F4B9166D0338}"/>
          </ac:picMkLst>
        </pc:picChg>
      </pc:sldChg>
      <pc:sldChg chg="addSp delSp modSp new mod">
        <pc:chgData name="Tarsoly Levente" userId="e24acefe-6366-498b-8880-e611d82d0ee7" providerId="ADAL" clId="{144347B2-0089-4750-AFE4-3D7B8D6154FB}" dt="2025-05-20T19:05:23.093" v="1878"/>
        <pc:sldMkLst>
          <pc:docMk/>
          <pc:sldMk cId="4282097256" sldId="263"/>
        </pc:sldMkLst>
        <pc:spChg chg="mod">
          <ac:chgData name="Tarsoly Levente" userId="e24acefe-6366-498b-8880-e611d82d0ee7" providerId="ADAL" clId="{144347B2-0089-4750-AFE4-3D7B8D6154FB}" dt="2025-05-13T16:14:50.043" v="1686" actId="255"/>
          <ac:spMkLst>
            <pc:docMk/>
            <pc:sldMk cId="4282097256" sldId="263"/>
            <ac:spMk id="2" creationId="{DD030B91-AEB8-4E76-1F37-77D84A4E2041}"/>
          </ac:spMkLst>
        </pc:spChg>
        <pc:spChg chg="mod">
          <ac:chgData name="Tarsoly Levente" userId="e24acefe-6366-498b-8880-e611d82d0ee7" providerId="ADAL" clId="{144347B2-0089-4750-AFE4-3D7B8D6154FB}" dt="2025-05-20T19:05:23.093" v="1878"/>
          <ac:spMkLst>
            <pc:docMk/>
            <pc:sldMk cId="4282097256" sldId="263"/>
            <ac:spMk id="3" creationId="{FC270955-EAB7-AAAF-0584-6AD34C3313E2}"/>
          </ac:spMkLst>
        </pc:spChg>
        <pc:spChg chg="mod">
          <ac:chgData name="Tarsoly Levente" userId="e24acefe-6366-498b-8880-e611d82d0ee7" providerId="ADAL" clId="{144347B2-0089-4750-AFE4-3D7B8D6154FB}" dt="2025-05-13T16:15:34.307" v="1695" actId="255"/>
          <ac:spMkLst>
            <pc:docMk/>
            <pc:sldMk cId="4282097256" sldId="263"/>
            <ac:spMk id="4" creationId="{77E7FB4C-D4B5-6FC9-526E-E2DD2EBAD34B}"/>
          </ac:spMkLst>
        </pc:spChg>
        <pc:picChg chg="add mod">
          <ac:chgData name="Tarsoly Levente" userId="e24acefe-6366-498b-8880-e611d82d0ee7" providerId="ADAL" clId="{144347B2-0089-4750-AFE4-3D7B8D6154FB}" dt="2025-05-13T11:04:45.183" v="514" actId="27614"/>
          <ac:picMkLst>
            <pc:docMk/>
            <pc:sldMk cId="4282097256" sldId="263"/>
            <ac:picMk id="6" creationId="{3EC27806-A15B-A896-01AC-0668FF36B508}"/>
          </ac:picMkLst>
        </pc:picChg>
      </pc:sldChg>
      <pc:sldChg chg="addSp delSp modSp new mod">
        <pc:chgData name="Tarsoly Levente" userId="e24acefe-6366-498b-8880-e611d82d0ee7" providerId="ADAL" clId="{144347B2-0089-4750-AFE4-3D7B8D6154FB}" dt="2025-05-20T19:05:25.313" v="1879"/>
        <pc:sldMkLst>
          <pc:docMk/>
          <pc:sldMk cId="1087517252" sldId="264"/>
        </pc:sldMkLst>
        <pc:spChg chg="mod">
          <ac:chgData name="Tarsoly Levente" userId="e24acefe-6366-498b-8880-e611d82d0ee7" providerId="ADAL" clId="{144347B2-0089-4750-AFE4-3D7B8D6154FB}" dt="2025-05-13T16:14:56.061" v="1687" actId="255"/>
          <ac:spMkLst>
            <pc:docMk/>
            <pc:sldMk cId="1087517252" sldId="264"/>
            <ac:spMk id="2" creationId="{0990C926-EBA1-C6CD-776C-978510657098}"/>
          </ac:spMkLst>
        </pc:spChg>
        <pc:spChg chg="mod">
          <ac:chgData name="Tarsoly Levente" userId="e24acefe-6366-498b-8880-e611d82d0ee7" providerId="ADAL" clId="{144347B2-0089-4750-AFE4-3D7B8D6154FB}" dt="2025-05-20T19:05:25.313" v="1879"/>
          <ac:spMkLst>
            <pc:docMk/>
            <pc:sldMk cId="1087517252" sldId="264"/>
            <ac:spMk id="3" creationId="{05468B14-E24C-4A46-871A-1D18FFCCF17B}"/>
          </ac:spMkLst>
        </pc:spChg>
        <pc:spChg chg="mod">
          <ac:chgData name="Tarsoly Levente" userId="e24acefe-6366-498b-8880-e611d82d0ee7" providerId="ADAL" clId="{144347B2-0089-4750-AFE4-3D7B8D6154FB}" dt="2025-05-13T16:15:55.106" v="1698" actId="1076"/>
          <ac:spMkLst>
            <pc:docMk/>
            <pc:sldMk cId="1087517252" sldId="264"/>
            <ac:spMk id="4" creationId="{466B5D8B-FAEF-7ACF-F586-2E9B0BA6641E}"/>
          </ac:spMkLst>
        </pc:spChg>
        <pc:picChg chg="add mod">
          <ac:chgData name="Tarsoly Levente" userId="e24acefe-6366-498b-8880-e611d82d0ee7" providerId="ADAL" clId="{144347B2-0089-4750-AFE4-3D7B8D6154FB}" dt="2025-05-13T11:05:22.119" v="517" actId="962"/>
          <ac:picMkLst>
            <pc:docMk/>
            <pc:sldMk cId="1087517252" sldId="264"/>
            <ac:picMk id="6" creationId="{08873B08-B6D5-87B4-FBB5-54728AEDD3E3}"/>
          </ac:picMkLst>
        </pc:picChg>
      </pc:sldChg>
      <pc:sldChg chg="addSp delSp modSp new mod setBg">
        <pc:chgData name="Tarsoly Levente" userId="e24acefe-6366-498b-8880-e611d82d0ee7" providerId="ADAL" clId="{144347B2-0089-4750-AFE4-3D7B8D6154FB}" dt="2025-05-20T19:05:27.608" v="1880"/>
        <pc:sldMkLst>
          <pc:docMk/>
          <pc:sldMk cId="3132367303" sldId="265"/>
        </pc:sldMkLst>
        <pc:spChg chg="mod">
          <ac:chgData name="Tarsoly Levente" userId="e24acefe-6366-498b-8880-e611d82d0ee7" providerId="ADAL" clId="{144347B2-0089-4750-AFE4-3D7B8D6154FB}" dt="2025-05-13T16:14:59.990" v="1688" actId="255"/>
          <ac:spMkLst>
            <pc:docMk/>
            <pc:sldMk cId="3132367303" sldId="265"/>
            <ac:spMk id="2" creationId="{7F0E573B-33BE-677D-45D4-663F667B95F4}"/>
          </ac:spMkLst>
        </pc:spChg>
        <pc:spChg chg="mod">
          <ac:chgData name="Tarsoly Levente" userId="e24acefe-6366-498b-8880-e611d82d0ee7" providerId="ADAL" clId="{144347B2-0089-4750-AFE4-3D7B8D6154FB}" dt="2025-05-20T19:05:27.608" v="1880"/>
          <ac:spMkLst>
            <pc:docMk/>
            <pc:sldMk cId="3132367303" sldId="265"/>
            <ac:spMk id="3" creationId="{DDF4214C-95D0-1FBA-D6CE-A96842D06FE6}"/>
          </ac:spMkLst>
        </pc:spChg>
        <pc:spChg chg="mod">
          <ac:chgData name="Tarsoly Levente" userId="e24acefe-6366-498b-8880-e611d82d0ee7" providerId="ADAL" clId="{144347B2-0089-4750-AFE4-3D7B8D6154FB}" dt="2025-05-13T16:16:03.945" v="1701" actId="1076"/>
          <ac:spMkLst>
            <pc:docMk/>
            <pc:sldMk cId="3132367303" sldId="265"/>
            <ac:spMk id="4" creationId="{A3330FC0-9DB1-BAFA-6791-8C1B651EA69C}"/>
          </ac:spMkLst>
        </pc:spChg>
        <pc:picChg chg="add mod ord">
          <ac:chgData name="Tarsoly Levente" userId="e24acefe-6366-498b-8880-e611d82d0ee7" providerId="ADAL" clId="{144347B2-0089-4750-AFE4-3D7B8D6154FB}" dt="2025-05-13T11:25:02.419" v="1002" actId="26606"/>
          <ac:picMkLst>
            <pc:docMk/>
            <pc:sldMk cId="3132367303" sldId="265"/>
            <ac:picMk id="6" creationId="{9F55D109-145F-9987-6312-F889DA2EF04C}"/>
          </ac:picMkLst>
        </pc:picChg>
      </pc:sldChg>
      <pc:sldChg chg="addSp delSp modSp new mod setBg">
        <pc:chgData name="Tarsoly Levente" userId="e24acefe-6366-498b-8880-e611d82d0ee7" providerId="ADAL" clId="{144347B2-0089-4750-AFE4-3D7B8D6154FB}" dt="2025-05-20T19:05:30.644" v="1881"/>
        <pc:sldMkLst>
          <pc:docMk/>
          <pc:sldMk cId="1575769158" sldId="266"/>
        </pc:sldMkLst>
        <pc:spChg chg="mod">
          <ac:chgData name="Tarsoly Levente" userId="e24acefe-6366-498b-8880-e611d82d0ee7" providerId="ADAL" clId="{144347B2-0089-4750-AFE4-3D7B8D6154FB}" dt="2025-05-13T16:15:05.343" v="1689" actId="255"/>
          <ac:spMkLst>
            <pc:docMk/>
            <pc:sldMk cId="1575769158" sldId="266"/>
            <ac:spMk id="2" creationId="{C76BCD43-79F8-369C-1CEC-5D621216A70E}"/>
          </ac:spMkLst>
        </pc:spChg>
        <pc:spChg chg="mod">
          <ac:chgData name="Tarsoly Levente" userId="e24acefe-6366-498b-8880-e611d82d0ee7" providerId="ADAL" clId="{144347B2-0089-4750-AFE4-3D7B8D6154FB}" dt="2025-05-20T19:05:30.644" v="1881"/>
          <ac:spMkLst>
            <pc:docMk/>
            <pc:sldMk cId="1575769158" sldId="266"/>
            <ac:spMk id="3" creationId="{2551A1EF-8EAD-C205-3CF4-EAAFC840E28B}"/>
          </ac:spMkLst>
        </pc:spChg>
        <pc:spChg chg="add">
          <ac:chgData name="Tarsoly Levente" userId="e24acefe-6366-498b-8880-e611d82d0ee7" providerId="ADAL" clId="{144347B2-0089-4750-AFE4-3D7B8D6154FB}" dt="2025-05-13T11:06:27.476" v="524" actId="26606"/>
          <ac:spMkLst>
            <pc:docMk/>
            <pc:sldMk cId="1575769158" sldId="266"/>
            <ac:spMk id="13" creationId="{8761DDFE-071F-4200-B0AA-394476C2D2D6}"/>
          </ac:spMkLst>
        </pc:spChg>
        <pc:picChg chg="add mod ord">
          <ac:chgData name="Tarsoly Levente" userId="e24acefe-6366-498b-8880-e611d82d0ee7" providerId="ADAL" clId="{144347B2-0089-4750-AFE4-3D7B8D6154FB}" dt="2025-05-13T11:06:27.476" v="524" actId="26606"/>
          <ac:picMkLst>
            <pc:docMk/>
            <pc:sldMk cId="1575769158" sldId="266"/>
            <ac:picMk id="6" creationId="{783B699F-6EB5-5317-73BC-02B825D87B8E}"/>
          </ac:picMkLst>
        </pc:picChg>
        <pc:picChg chg="add mod">
          <ac:chgData name="Tarsoly Levente" userId="e24acefe-6366-498b-8880-e611d82d0ee7" providerId="ADAL" clId="{144347B2-0089-4750-AFE4-3D7B8D6154FB}" dt="2025-05-13T11:06:31.027" v="526" actId="962"/>
          <ac:picMkLst>
            <pc:docMk/>
            <pc:sldMk cId="1575769158" sldId="266"/>
            <ac:picMk id="8" creationId="{BEBFC2AB-63A8-D4FF-0AEF-6CF507DEACA4}"/>
          </ac:picMkLst>
        </pc:picChg>
      </pc:sldChg>
      <pc:sldChg chg="addSp delSp modSp new mod modNotesTx">
        <pc:chgData name="Tarsoly Levente" userId="e24acefe-6366-498b-8880-e611d82d0ee7" providerId="ADAL" clId="{144347B2-0089-4750-AFE4-3D7B8D6154FB}" dt="2025-05-21T06:32:31.181" v="1893" actId="20577"/>
        <pc:sldMkLst>
          <pc:docMk/>
          <pc:sldMk cId="2966803490" sldId="267"/>
        </pc:sldMkLst>
        <pc:spChg chg="mod">
          <ac:chgData name="Tarsoly Levente" userId="e24acefe-6366-498b-8880-e611d82d0ee7" providerId="ADAL" clId="{144347B2-0089-4750-AFE4-3D7B8D6154FB}" dt="2025-05-13T16:12:54.139" v="1674" actId="1076"/>
          <ac:spMkLst>
            <pc:docMk/>
            <pc:sldMk cId="2966803490" sldId="267"/>
            <ac:spMk id="2" creationId="{6F22BCC2-EF44-D728-1849-0E59EF4B038D}"/>
          </ac:spMkLst>
        </pc:spChg>
        <pc:spChg chg="mod">
          <ac:chgData name="Tarsoly Levente" userId="e24acefe-6366-498b-8880-e611d82d0ee7" providerId="ADAL" clId="{144347B2-0089-4750-AFE4-3D7B8D6154FB}" dt="2025-05-13T16:12:57.964" v="1675" actId="1076"/>
          <ac:spMkLst>
            <pc:docMk/>
            <pc:sldMk cId="2966803490" sldId="267"/>
            <ac:spMk id="3" creationId="{C383BE5E-B9B9-8BF7-F923-0C42226B2AFE}"/>
          </ac:spMkLst>
        </pc:spChg>
        <pc:spChg chg="mod">
          <ac:chgData name="Tarsoly Levente" userId="e24acefe-6366-498b-8880-e611d82d0ee7" providerId="ADAL" clId="{144347B2-0089-4750-AFE4-3D7B8D6154FB}" dt="2025-05-20T19:05:33.673" v="1882"/>
          <ac:spMkLst>
            <pc:docMk/>
            <pc:sldMk cId="2966803490" sldId="267"/>
            <ac:spMk id="4" creationId="{B978F926-D139-32CA-5944-C85E9AC2F4FE}"/>
          </ac:spMkLst>
        </pc:spChg>
        <pc:spChg chg="mod">
          <ac:chgData name="Tarsoly Levente" userId="e24acefe-6366-498b-8880-e611d82d0ee7" providerId="ADAL" clId="{144347B2-0089-4750-AFE4-3D7B8D6154FB}" dt="2025-05-13T16:13:02.561" v="1676" actId="1076"/>
          <ac:spMkLst>
            <pc:docMk/>
            <pc:sldMk cId="2966803490" sldId="267"/>
            <ac:spMk id="5" creationId="{8887252C-DEC8-14EF-66B9-6BDF6B21D359}"/>
          </ac:spMkLst>
        </pc:spChg>
        <pc:graphicFrameChg chg="add mod modGraphic">
          <ac:chgData name="Tarsoly Levente" userId="e24acefe-6366-498b-8880-e611d82d0ee7" providerId="ADAL" clId="{144347B2-0089-4750-AFE4-3D7B8D6154FB}" dt="2025-05-21T06:32:31.181" v="1893" actId="20577"/>
          <ac:graphicFrameMkLst>
            <pc:docMk/>
            <pc:sldMk cId="2966803490" sldId="267"/>
            <ac:graphicFrameMk id="11" creationId="{869DBF0E-781A-73E6-1439-D7A35409E759}"/>
          </ac:graphicFrameMkLst>
        </pc:graphicFrameChg>
        <pc:picChg chg="add mod">
          <ac:chgData name="Tarsoly Levente" userId="e24acefe-6366-498b-8880-e611d82d0ee7" providerId="ADAL" clId="{144347B2-0089-4750-AFE4-3D7B8D6154FB}" dt="2025-05-13T16:13:07.625" v="1677" actId="1076"/>
          <ac:picMkLst>
            <pc:docMk/>
            <pc:sldMk cId="2966803490" sldId="267"/>
            <ac:picMk id="8" creationId="{AD14FAD5-300C-BC5A-E152-3A902ECC07DF}"/>
          </ac:picMkLst>
        </pc:picChg>
        <pc:picChg chg="add mod">
          <ac:chgData name="Tarsoly Levente" userId="e24acefe-6366-498b-8880-e611d82d0ee7" providerId="ADAL" clId="{144347B2-0089-4750-AFE4-3D7B8D6154FB}" dt="2025-05-13T16:13:20.420" v="1679" actId="1076"/>
          <ac:picMkLst>
            <pc:docMk/>
            <pc:sldMk cId="2966803490" sldId="267"/>
            <ac:picMk id="10" creationId="{7ECED7ED-65D5-10D5-426B-A968EB821938}"/>
          </ac:picMkLst>
        </pc:picChg>
      </pc:sldChg>
      <pc:sldChg chg="delSp modSp new del mod">
        <pc:chgData name="Tarsoly Levente" userId="e24acefe-6366-498b-8880-e611d82d0ee7" providerId="ADAL" clId="{144347B2-0089-4750-AFE4-3D7B8D6154FB}" dt="2025-05-14T00:42:21.003" v="1743" actId="47"/>
        <pc:sldMkLst>
          <pc:docMk/>
          <pc:sldMk cId="993577470" sldId="268"/>
        </pc:sldMkLst>
      </pc:sldChg>
      <pc:sldChg chg="modSp new mod">
        <pc:chgData name="Tarsoly Levente" userId="e24acefe-6366-498b-8880-e611d82d0ee7" providerId="ADAL" clId="{144347B2-0089-4750-AFE4-3D7B8D6154FB}" dt="2025-05-20T19:05:36.292" v="1883"/>
        <pc:sldMkLst>
          <pc:docMk/>
          <pc:sldMk cId="3588119021" sldId="269"/>
        </pc:sldMkLst>
        <pc:spChg chg="mod">
          <ac:chgData name="Tarsoly Levente" userId="e24acefe-6366-498b-8880-e611d82d0ee7" providerId="ADAL" clId="{144347B2-0089-4750-AFE4-3D7B8D6154FB}" dt="2025-05-14T00:42:19.829" v="1742"/>
          <ac:spMkLst>
            <pc:docMk/>
            <pc:sldMk cId="3588119021" sldId="269"/>
            <ac:spMk id="2" creationId="{A32F7E7B-CE62-F240-F37B-E08BC209CEBB}"/>
          </ac:spMkLst>
        </pc:spChg>
        <pc:spChg chg="mod">
          <ac:chgData name="Tarsoly Levente" userId="e24acefe-6366-498b-8880-e611d82d0ee7" providerId="ADAL" clId="{144347B2-0089-4750-AFE4-3D7B8D6154FB}" dt="2025-05-20T19:05:36.292" v="1883"/>
          <ac:spMkLst>
            <pc:docMk/>
            <pc:sldMk cId="3588119021" sldId="269"/>
            <ac:spMk id="5" creationId="{AC3ECB79-E4F0-0FA3-987A-90DB6B0179A6}"/>
          </ac:spMkLst>
        </pc:spChg>
      </pc:sldChg>
      <pc:sldMasterChg chg="add del addSldLayout delSldLayout">
        <pc:chgData name="Tarsoly Levente" userId="e24acefe-6366-498b-8880-e611d82d0ee7" providerId="ADAL" clId="{144347B2-0089-4750-AFE4-3D7B8D6154FB}" dt="2025-05-13T10:41:15.714" v="4" actId="26606"/>
        <pc:sldMasterMkLst>
          <pc:docMk/>
          <pc:sldMasterMk cId="1696441475" sldId="2147483648"/>
        </pc:sldMasterMkLst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1961065109" sldId="2147483649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1781769361" sldId="2147483650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977301509" sldId="2147483651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948271131" sldId="2147483652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680011090" sldId="2147483653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1216517703" sldId="2147483654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2816647536" sldId="2147483655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3782914403" sldId="2147483656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2649416213" sldId="2147483657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2596074825" sldId="2147483658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1696441475" sldId="2147483648"/>
            <pc:sldLayoutMk cId="1307593570" sldId="2147483659"/>
          </pc:sldLayoutMkLst>
        </pc:sldLayoutChg>
      </pc:sldMasterChg>
      <pc:sldMasterChg chg="add del addSldLayout delSldLayout">
        <pc:chgData name="Tarsoly Levente" userId="e24acefe-6366-498b-8880-e611d82d0ee7" providerId="ADAL" clId="{144347B2-0089-4750-AFE4-3D7B8D6154FB}" dt="2025-05-13T10:41:06.300" v="2" actId="26606"/>
        <pc:sldMasterMkLst>
          <pc:docMk/>
          <pc:sldMasterMk cId="4241510886" sldId="2147483722"/>
        </pc:sldMasterMkLst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2840341293" sldId="2147483711"/>
          </pc:sldLayoutMkLst>
        </pc:sldLayoutChg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3185736634" sldId="2147483712"/>
          </pc:sldLayoutMkLst>
        </pc:sldLayoutChg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2726827446" sldId="2147483713"/>
          </pc:sldLayoutMkLst>
        </pc:sldLayoutChg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3519046606" sldId="2147483714"/>
          </pc:sldLayoutMkLst>
        </pc:sldLayoutChg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3453576652" sldId="2147483715"/>
          </pc:sldLayoutMkLst>
        </pc:sldLayoutChg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880588042" sldId="2147483716"/>
          </pc:sldLayoutMkLst>
        </pc:sldLayoutChg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1608965467" sldId="2147483717"/>
          </pc:sldLayoutMkLst>
        </pc:sldLayoutChg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2713462883" sldId="2147483718"/>
          </pc:sldLayoutMkLst>
        </pc:sldLayoutChg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493303151" sldId="2147483719"/>
          </pc:sldLayoutMkLst>
        </pc:sldLayoutChg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1062549267" sldId="2147483720"/>
          </pc:sldLayoutMkLst>
        </pc:sldLayoutChg>
        <pc:sldLayoutChg chg="add del">
          <pc:chgData name="Tarsoly Levente" userId="e24acefe-6366-498b-8880-e611d82d0ee7" providerId="ADAL" clId="{144347B2-0089-4750-AFE4-3D7B8D6154FB}" dt="2025-05-13T10:41:06.300" v="2" actId="26606"/>
          <pc:sldLayoutMkLst>
            <pc:docMk/>
            <pc:sldMasterMk cId="4241510886" sldId="2147483722"/>
            <pc:sldLayoutMk cId="1537996623" sldId="2147483721"/>
          </pc:sldLayoutMkLst>
        </pc:sldLayoutChg>
      </pc:sldMasterChg>
      <pc:sldMasterChg chg="add del addSldLayout delSldLayout">
        <pc:chgData name="Tarsoly Levente" userId="e24acefe-6366-498b-8880-e611d82d0ee7" providerId="ADAL" clId="{144347B2-0089-4750-AFE4-3D7B8D6154FB}" dt="2025-05-13T10:41:15.714" v="4" actId="26606"/>
        <pc:sldMasterMkLst>
          <pc:docMk/>
          <pc:sldMasterMk cId="3782765205" sldId="2147483735"/>
        </pc:sldMasterMkLst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1694897876" sldId="2147483724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2478077772" sldId="2147483725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1215077454" sldId="2147483726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714913764" sldId="2147483727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3156146293" sldId="2147483728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4024413986" sldId="2147483729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555124458" sldId="2147483730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2186351721" sldId="2147483731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548440041" sldId="2147483732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655383434" sldId="2147483733"/>
          </pc:sldLayoutMkLst>
        </pc:sldLayoutChg>
        <pc:sldLayoutChg chg="add del">
          <pc:chgData name="Tarsoly Levente" userId="e24acefe-6366-498b-8880-e611d82d0ee7" providerId="ADAL" clId="{144347B2-0089-4750-AFE4-3D7B8D6154FB}" dt="2025-05-13T10:41:15.714" v="4" actId="26606"/>
          <pc:sldLayoutMkLst>
            <pc:docMk/>
            <pc:sldMasterMk cId="3782765205" sldId="2147483735"/>
            <pc:sldLayoutMk cId="3827190697" sldId="2147483734"/>
          </pc:sldLayoutMkLst>
        </pc:sldLayoutChg>
      </pc:sldMasterChg>
    </pc:docChg>
  </pc:docChgLst>
  <pc:docChgLst>
    <pc:chgData name="Tarsoly Levente" userId="e24acefe-6366-498b-8880-e611d82d0ee7" providerId="ADAL" clId="{4D55C503-62A2-486C-9B6A-6E5B98E5A57C}"/>
    <pc:docChg chg="undo custSel modSld">
      <pc:chgData name="Tarsoly Levente" userId="e24acefe-6366-498b-8880-e611d82d0ee7" providerId="ADAL" clId="{4D55C503-62A2-486C-9B6A-6E5B98E5A57C}" dt="2025-05-19T15:58:16.865" v="122" actId="20577"/>
      <pc:docMkLst>
        <pc:docMk/>
      </pc:docMkLst>
      <pc:sldChg chg="modAnim">
        <pc:chgData name="Tarsoly Levente" userId="e24acefe-6366-498b-8880-e611d82d0ee7" providerId="ADAL" clId="{4D55C503-62A2-486C-9B6A-6E5B98E5A57C}" dt="2025-05-17T16:44:31.523" v="8"/>
        <pc:sldMkLst>
          <pc:docMk/>
          <pc:sldMk cId="2513681980" sldId="256"/>
        </pc:sldMkLst>
      </pc:sldChg>
      <pc:sldChg chg="addSp modSp mod">
        <pc:chgData name="Tarsoly Levente" userId="e24acefe-6366-498b-8880-e611d82d0ee7" providerId="ADAL" clId="{4D55C503-62A2-486C-9B6A-6E5B98E5A57C}" dt="2025-05-18T17:33:09.656" v="31" actId="1076"/>
        <pc:sldMkLst>
          <pc:docMk/>
          <pc:sldMk cId="1193671509" sldId="259"/>
        </pc:sldMkLst>
        <pc:spChg chg="add mod">
          <ac:chgData name="Tarsoly Levente" userId="e24acefe-6366-498b-8880-e611d82d0ee7" providerId="ADAL" clId="{4D55C503-62A2-486C-9B6A-6E5B98E5A57C}" dt="2025-05-18T17:33:09.656" v="31" actId="1076"/>
          <ac:spMkLst>
            <pc:docMk/>
            <pc:sldMk cId="1193671509" sldId="259"/>
            <ac:spMk id="7" creationId="{DBB92E58-606D-2394-749B-D56084DDAEFA}"/>
          </ac:spMkLst>
        </pc:spChg>
      </pc:sldChg>
      <pc:sldChg chg="addSp modSp mod">
        <pc:chgData name="Tarsoly Levente" userId="e24acefe-6366-498b-8880-e611d82d0ee7" providerId="ADAL" clId="{4D55C503-62A2-486C-9B6A-6E5B98E5A57C}" dt="2025-05-18T17:34:43.104" v="121" actId="1076"/>
        <pc:sldMkLst>
          <pc:docMk/>
          <pc:sldMk cId="4259722565" sldId="260"/>
        </pc:sldMkLst>
        <pc:spChg chg="add mod">
          <ac:chgData name="Tarsoly Levente" userId="e24acefe-6366-498b-8880-e611d82d0ee7" providerId="ADAL" clId="{4D55C503-62A2-486C-9B6A-6E5B98E5A57C}" dt="2025-05-18T17:33:58.903" v="88" actId="1076"/>
          <ac:spMkLst>
            <pc:docMk/>
            <pc:sldMk cId="4259722565" sldId="260"/>
            <ac:spMk id="4" creationId="{0A5A0810-29D4-5D4E-E1F3-F95173B18D3A}"/>
          </ac:spMkLst>
        </pc:spChg>
        <pc:spChg chg="add mod">
          <ac:chgData name="Tarsoly Levente" userId="e24acefe-6366-498b-8880-e611d82d0ee7" providerId="ADAL" clId="{4D55C503-62A2-486C-9B6A-6E5B98E5A57C}" dt="2025-05-18T17:34:43.104" v="121" actId="1076"/>
          <ac:spMkLst>
            <pc:docMk/>
            <pc:sldMk cId="4259722565" sldId="260"/>
            <ac:spMk id="6" creationId="{AEF63092-F499-A415-FE75-FAF1ABDACEAA}"/>
          </ac:spMkLst>
        </pc:spChg>
        <pc:picChg chg="mod">
          <ac:chgData name="Tarsoly Levente" userId="e24acefe-6366-498b-8880-e611d82d0ee7" providerId="ADAL" clId="{4D55C503-62A2-486C-9B6A-6E5B98E5A57C}" dt="2025-05-18T17:34:11.596" v="92" actId="1076"/>
          <ac:picMkLst>
            <pc:docMk/>
            <pc:sldMk cId="4259722565" sldId="260"/>
            <ac:picMk id="8" creationId="{5D0740A4-428A-312A-6E6E-70EF957529BB}"/>
          </ac:picMkLst>
        </pc:picChg>
        <pc:picChg chg="mod">
          <ac:chgData name="Tarsoly Levente" userId="e24acefe-6366-498b-8880-e611d82d0ee7" providerId="ADAL" clId="{4D55C503-62A2-486C-9B6A-6E5B98E5A57C}" dt="2025-05-18T17:34:06.374" v="90" actId="1076"/>
          <ac:picMkLst>
            <pc:docMk/>
            <pc:sldMk cId="4259722565" sldId="260"/>
            <ac:picMk id="14" creationId="{E4D49D2D-B38B-01C5-E573-5AE884FFA00A}"/>
          </ac:picMkLst>
        </pc:picChg>
        <pc:picChg chg="mod">
          <ac:chgData name="Tarsoly Levente" userId="e24acefe-6366-498b-8880-e611d82d0ee7" providerId="ADAL" clId="{4D55C503-62A2-486C-9B6A-6E5B98E5A57C}" dt="2025-05-18T17:34:09.171" v="91" actId="1076"/>
          <ac:picMkLst>
            <pc:docMk/>
            <pc:sldMk cId="4259722565" sldId="260"/>
            <ac:picMk id="16" creationId="{5CF5FE6B-19E5-D48B-8066-3C5F9AD1FB23}"/>
          </ac:picMkLst>
        </pc:picChg>
      </pc:sldChg>
      <pc:sldChg chg="modSp mod">
        <pc:chgData name="Tarsoly Levente" userId="e24acefe-6366-498b-8880-e611d82d0ee7" providerId="ADAL" clId="{4D55C503-62A2-486C-9B6A-6E5B98E5A57C}" dt="2025-05-19T15:58:16.865" v="122" actId="20577"/>
        <pc:sldMkLst>
          <pc:docMk/>
          <pc:sldMk cId="3950215959" sldId="261"/>
        </pc:sldMkLst>
        <pc:spChg chg="mod">
          <ac:chgData name="Tarsoly Levente" userId="e24acefe-6366-498b-8880-e611d82d0ee7" providerId="ADAL" clId="{4D55C503-62A2-486C-9B6A-6E5B98E5A57C}" dt="2025-05-19T15:58:16.865" v="122" actId="20577"/>
          <ac:spMkLst>
            <pc:docMk/>
            <pc:sldMk cId="3950215959" sldId="261"/>
            <ac:spMk id="4" creationId="{5FE31242-712D-ED4F-A0CE-F927B5D28FB2}"/>
          </ac:spMkLst>
        </pc:spChg>
      </pc:sldChg>
      <pc:sldChg chg="addSp delSp modSp mod">
        <pc:chgData name="Tarsoly Levente" userId="e24acefe-6366-498b-8880-e611d82d0ee7" providerId="ADAL" clId="{4D55C503-62A2-486C-9B6A-6E5B98E5A57C}" dt="2025-05-17T16:43:32.951" v="6" actId="26606"/>
        <pc:sldMkLst>
          <pc:docMk/>
          <pc:sldMk cId="3588119021" sldId="269"/>
        </pc:sldMkLst>
        <pc:graphicFrameChg chg="add">
          <ac:chgData name="Tarsoly Levente" userId="e24acefe-6366-498b-8880-e611d82d0ee7" providerId="ADAL" clId="{4D55C503-62A2-486C-9B6A-6E5B98E5A57C}" dt="2025-05-17T16:43:32.951" v="6" actId="26606"/>
          <ac:graphicFrameMkLst>
            <pc:docMk/>
            <pc:sldMk cId="3588119021" sldId="269"/>
            <ac:graphicFrameMk id="9" creationId="{48859D3E-B34A-224E-02EF-CFAE65E03ABA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6EB9A0-5AD2-4DB7-8E0A-3949E23B5F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F311CB-8006-4D0A-A2B5-0E9B8939E11B}">
      <dgm:prSet/>
      <dgm:spPr/>
      <dgm:t>
        <a:bodyPr/>
        <a:lstStyle/>
        <a:p>
          <a:r>
            <a:rPr lang="en-GB"/>
            <a:t>Neurális hálók</a:t>
          </a:r>
          <a:endParaRPr lang="en-US"/>
        </a:p>
      </dgm:t>
    </dgm:pt>
    <dgm:pt modelId="{BEA7ED8F-71BC-4823-BA0D-FDEEEA7CDD40}" type="parTrans" cxnId="{3ADEFBBD-5D68-4C24-B92F-6EED2FBDF32C}">
      <dgm:prSet/>
      <dgm:spPr/>
      <dgm:t>
        <a:bodyPr/>
        <a:lstStyle/>
        <a:p>
          <a:endParaRPr lang="en-US"/>
        </a:p>
      </dgm:t>
    </dgm:pt>
    <dgm:pt modelId="{ED8F0FE3-84B9-4D48-B584-2F465B3DEC15}" type="sibTrans" cxnId="{3ADEFBBD-5D68-4C24-B92F-6EED2FBDF32C}">
      <dgm:prSet/>
      <dgm:spPr/>
      <dgm:t>
        <a:bodyPr/>
        <a:lstStyle/>
        <a:p>
          <a:endParaRPr lang="en-US"/>
        </a:p>
      </dgm:t>
    </dgm:pt>
    <dgm:pt modelId="{514E0F0C-E3F4-466A-9964-9F3FA89319FD}">
      <dgm:prSet/>
      <dgm:spPr/>
      <dgm:t>
        <a:bodyPr/>
        <a:lstStyle/>
        <a:p>
          <a:r>
            <a:rPr lang="en-GB"/>
            <a:t>Halmozás</a:t>
          </a:r>
          <a:endParaRPr lang="en-US"/>
        </a:p>
      </dgm:t>
    </dgm:pt>
    <dgm:pt modelId="{932CBF1C-1103-43A5-8C21-698AD3E73EAF}" type="parTrans" cxnId="{C67969E5-B583-45E2-9170-E7002CB5876F}">
      <dgm:prSet/>
      <dgm:spPr/>
      <dgm:t>
        <a:bodyPr/>
        <a:lstStyle/>
        <a:p>
          <a:endParaRPr lang="en-US"/>
        </a:p>
      </dgm:t>
    </dgm:pt>
    <dgm:pt modelId="{5A91D363-074B-40B2-988B-BE9A7DAAC4F1}" type="sibTrans" cxnId="{C67969E5-B583-45E2-9170-E7002CB5876F}">
      <dgm:prSet/>
      <dgm:spPr/>
      <dgm:t>
        <a:bodyPr/>
        <a:lstStyle/>
        <a:p>
          <a:endParaRPr lang="en-US"/>
        </a:p>
      </dgm:t>
    </dgm:pt>
    <dgm:pt modelId="{313AB21E-41A9-4604-B36B-0E2E392D65F5}">
      <dgm:prSet/>
      <dgm:spPr/>
      <dgm:t>
        <a:bodyPr/>
        <a:lstStyle/>
        <a:p>
          <a:r>
            <a:rPr lang="en-GB"/>
            <a:t>Bináris osztályozás</a:t>
          </a:r>
          <a:endParaRPr lang="en-US"/>
        </a:p>
      </dgm:t>
    </dgm:pt>
    <dgm:pt modelId="{733D6946-6C91-43AD-AB58-E9A2852E7DE2}" type="parTrans" cxnId="{B043BF05-E39C-421D-9788-834419EEA5F6}">
      <dgm:prSet/>
      <dgm:spPr/>
      <dgm:t>
        <a:bodyPr/>
        <a:lstStyle/>
        <a:p>
          <a:endParaRPr lang="en-US"/>
        </a:p>
      </dgm:t>
    </dgm:pt>
    <dgm:pt modelId="{CA5161DA-3AF7-4603-BEFD-BEC23ABA6F61}" type="sibTrans" cxnId="{B043BF05-E39C-421D-9788-834419EEA5F6}">
      <dgm:prSet/>
      <dgm:spPr/>
      <dgm:t>
        <a:bodyPr/>
        <a:lstStyle/>
        <a:p>
          <a:endParaRPr lang="en-US"/>
        </a:p>
      </dgm:t>
    </dgm:pt>
    <dgm:pt modelId="{3C32D56D-F65A-4A1F-AFA3-3A450E06DE5C}">
      <dgm:prSet/>
      <dgm:spPr/>
      <dgm:t>
        <a:bodyPr/>
        <a:lstStyle/>
        <a:p>
          <a:r>
            <a:rPr lang="en-GB"/>
            <a:t>Adathalmaz bővítése</a:t>
          </a:r>
          <a:endParaRPr lang="en-US"/>
        </a:p>
      </dgm:t>
    </dgm:pt>
    <dgm:pt modelId="{A56FFCF4-2444-44C0-A8D2-CDE8AADBDAAA}" type="parTrans" cxnId="{DAD7C491-130F-4446-8E88-2F2BC787EEE2}">
      <dgm:prSet/>
      <dgm:spPr/>
      <dgm:t>
        <a:bodyPr/>
        <a:lstStyle/>
        <a:p>
          <a:endParaRPr lang="en-US"/>
        </a:p>
      </dgm:t>
    </dgm:pt>
    <dgm:pt modelId="{07C839E5-4C2C-41D7-BAE2-64EC815FB9D1}" type="sibTrans" cxnId="{DAD7C491-130F-4446-8E88-2F2BC787EEE2}">
      <dgm:prSet/>
      <dgm:spPr/>
      <dgm:t>
        <a:bodyPr/>
        <a:lstStyle/>
        <a:p>
          <a:endParaRPr lang="en-US"/>
        </a:p>
      </dgm:t>
    </dgm:pt>
    <dgm:pt modelId="{7E7E5F4A-81B7-42A1-ADEE-E3BD535E3CB8}">
      <dgm:prSet/>
      <dgm:spPr/>
      <dgm:t>
        <a:bodyPr/>
        <a:lstStyle/>
        <a:p>
          <a:r>
            <a:rPr lang="en-GB"/>
            <a:t>Új jellemzők</a:t>
          </a:r>
          <a:endParaRPr lang="en-US"/>
        </a:p>
      </dgm:t>
    </dgm:pt>
    <dgm:pt modelId="{A2D0B732-975E-4D01-9A20-CA52298FB633}" type="parTrans" cxnId="{EE6D2A84-A54A-433A-8DC4-81C609879535}">
      <dgm:prSet/>
      <dgm:spPr/>
      <dgm:t>
        <a:bodyPr/>
        <a:lstStyle/>
        <a:p>
          <a:endParaRPr lang="en-US"/>
        </a:p>
      </dgm:t>
    </dgm:pt>
    <dgm:pt modelId="{99F0C436-BD07-4FA8-92B4-73B126A10D4E}" type="sibTrans" cxnId="{EE6D2A84-A54A-433A-8DC4-81C609879535}">
      <dgm:prSet/>
      <dgm:spPr/>
      <dgm:t>
        <a:bodyPr/>
        <a:lstStyle/>
        <a:p>
          <a:endParaRPr lang="en-US"/>
        </a:p>
      </dgm:t>
    </dgm:pt>
    <dgm:pt modelId="{5F8F73F0-7A8D-40C4-83B7-00FAF9C60839}">
      <dgm:prSet/>
      <dgm:spPr/>
      <dgm:t>
        <a:bodyPr/>
        <a:lstStyle/>
        <a:p>
          <a:r>
            <a:rPr lang="en-GB"/>
            <a:t>Idősorok</a:t>
          </a:r>
          <a:endParaRPr lang="en-US"/>
        </a:p>
      </dgm:t>
    </dgm:pt>
    <dgm:pt modelId="{6EC1B850-38CB-431C-90AE-B20191BE6692}" type="parTrans" cxnId="{ECCC7B60-15AE-4B8C-84EC-B07F0AFCCAC8}">
      <dgm:prSet/>
      <dgm:spPr/>
      <dgm:t>
        <a:bodyPr/>
        <a:lstStyle/>
        <a:p>
          <a:endParaRPr lang="en-US"/>
        </a:p>
      </dgm:t>
    </dgm:pt>
    <dgm:pt modelId="{C1BE4077-01A3-41B6-8CF7-7348344409FF}" type="sibTrans" cxnId="{ECCC7B60-15AE-4B8C-84EC-B07F0AFCCAC8}">
      <dgm:prSet/>
      <dgm:spPr/>
      <dgm:t>
        <a:bodyPr/>
        <a:lstStyle/>
        <a:p>
          <a:endParaRPr lang="en-US"/>
        </a:p>
      </dgm:t>
    </dgm:pt>
    <dgm:pt modelId="{6958C701-6465-43CD-9176-AB0F2D17C376}" type="pres">
      <dgm:prSet presAssocID="{886EB9A0-5AD2-4DB7-8E0A-3949E23B5FAC}" presName="linear" presStyleCnt="0">
        <dgm:presLayoutVars>
          <dgm:animLvl val="lvl"/>
          <dgm:resizeHandles val="exact"/>
        </dgm:presLayoutVars>
      </dgm:prSet>
      <dgm:spPr/>
    </dgm:pt>
    <dgm:pt modelId="{E1A8626F-E392-4845-8DB5-C1A1C23A0D62}" type="pres">
      <dgm:prSet presAssocID="{6AF311CB-8006-4D0A-A2B5-0E9B8939E11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96201C-EE23-49CF-A4F4-C10F932EB533}" type="pres">
      <dgm:prSet presAssocID="{ED8F0FE3-84B9-4D48-B584-2F465B3DEC15}" presName="spacer" presStyleCnt="0"/>
      <dgm:spPr/>
    </dgm:pt>
    <dgm:pt modelId="{047BD44D-26DF-46A2-BE42-AE1DC4C4E8C6}" type="pres">
      <dgm:prSet presAssocID="{514E0F0C-E3F4-466A-9964-9F3FA89319F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9F98281-DBE6-4367-A09C-7B4C938A8DD4}" type="pres">
      <dgm:prSet presAssocID="{5A91D363-074B-40B2-988B-BE9A7DAAC4F1}" presName="spacer" presStyleCnt="0"/>
      <dgm:spPr/>
    </dgm:pt>
    <dgm:pt modelId="{504AA8F1-F947-43B6-850C-A26AEAFBC67E}" type="pres">
      <dgm:prSet presAssocID="{313AB21E-41A9-4604-B36B-0E2E392D65F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4BA6F0-E1A7-41DA-BB1A-6A88981C6C71}" type="pres">
      <dgm:prSet presAssocID="{CA5161DA-3AF7-4603-BEFD-BEC23ABA6F61}" presName="spacer" presStyleCnt="0"/>
      <dgm:spPr/>
    </dgm:pt>
    <dgm:pt modelId="{84484E5A-BF87-4053-9D0D-F0A92D4C658F}" type="pres">
      <dgm:prSet presAssocID="{3C32D56D-F65A-4A1F-AFA3-3A450E06DE5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EE5D39F-187A-4675-A7B1-833407C71D20}" type="pres">
      <dgm:prSet presAssocID="{3C32D56D-F65A-4A1F-AFA3-3A450E06DE5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043BF05-E39C-421D-9788-834419EEA5F6}" srcId="{886EB9A0-5AD2-4DB7-8E0A-3949E23B5FAC}" destId="{313AB21E-41A9-4604-B36B-0E2E392D65F5}" srcOrd="2" destOrd="0" parTransId="{733D6946-6C91-43AD-AB58-E9A2852E7DE2}" sibTransId="{CA5161DA-3AF7-4603-BEFD-BEC23ABA6F61}"/>
    <dgm:cxn modelId="{3419F938-0ACA-440C-B844-6BE93A3A6163}" type="presOf" srcId="{6AF311CB-8006-4D0A-A2B5-0E9B8939E11B}" destId="{E1A8626F-E392-4845-8DB5-C1A1C23A0D62}" srcOrd="0" destOrd="0" presId="urn:microsoft.com/office/officeart/2005/8/layout/vList2"/>
    <dgm:cxn modelId="{ECCC7B60-15AE-4B8C-84EC-B07F0AFCCAC8}" srcId="{3C32D56D-F65A-4A1F-AFA3-3A450E06DE5C}" destId="{5F8F73F0-7A8D-40C4-83B7-00FAF9C60839}" srcOrd="1" destOrd="0" parTransId="{6EC1B850-38CB-431C-90AE-B20191BE6692}" sibTransId="{C1BE4077-01A3-41B6-8CF7-7348344409FF}"/>
    <dgm:cxn modelId="{9ACA0645-8C77-4DBF-B8F3-B1A8672A6DB0}" type="presOf" srcId="{313AB21E-41A9-4604-B36B-0E2E392D65F5}" destId="{504AA8F1-F947-43B6-850C-A26AEAFBC67E}" srcOrd="0" destOrd="0" presId="urn:microsoft.com/office/officeart/2005/8/layout/vList2"/>
    <dgm:cxn modelId="{8D8A514C-A71C-4FFF-B5C9-1D81C4BD8FBE}" type="presOf" srcId="{7E7E5F4A-81B7-42A1-ADEE-E3BD535E3CB8}" destId="{EEE5D39F-187A-4675-A7B1-833407C71D20}" srcOrd="0" destOrd="0" presId="urn:microsoft.com/office/officeart/2005/8/layout/vList2"/>
    <dgm:cxn modelId="{6ACB1C7A-9B5B-44A5-9982-00390851161F}" type="presOf" srcId="{3C32D56D-F65A-4A1F-AFA3-3A450E06DE5C}" destId="{84484E5A-BF87-4053-9D0D-F0A92D4C658F}" srcOrd="0" destOrd="0" presId="urn:microsoft.com/office/officeart/2005/8/layout/vList2"/>
    <dgm:cxn modelId="{EE6D2A84-A54A-433A-8DC4-81C609879535}" srcId="{3C32D56D-F65A-4A1F-AFA3-3A450E06DE5C}" destId="{7E7E5F4A-81B7-42A1-ADEE-E3BD535E3CB8}" srcOrd="0" destOrd="0" parTransId="{A2D0B732-975E-4D01-9A20-CA52298FB633}" sibTransId="{99F0C436-BD07-4FA8-92B4-73B126A10D4E}"/>
    <dgm:cxn modelId="{DAD7C491-130F-4446-8E88-2F2BC787EEE2}" srcId="{886EB9A0-5AD2-4DB7-8E0A-3949E23B5FAC}" destId="{3C32D56D-F65A-4A1F-AFA3-3A450E06DE5C}" srcOrd="3" destOrd="0" parTransId="{A56FFCF4-2444-44C0-A8D2-CDE8AADBDAAA}" sibTransId="{07C839E5-4C2C-41D7-BAE2-64EC815FB9D1}"/>
    <dgm:cxn modelId="{D914E4AD-01E5-41C3-900D-724AA03937AA}" type="presOf" srcId="{886EB9A0-5AD2-4DB7-8E0A-3949E23B5FAC}" destId="{6958C701-6465-43CD-9176-AB0F2D17C376}" srcOrd="0" destOrd="0" presId="urn:microsoft.com/office/officeart/2005/8/layout/vList2"/>
    <dgm:cxn modelId="{1FBBFCB6-8FC2-4F37-8310-5EBFF6FCDC52}" type="presOf" srcId="{5F8F73F0-7A8D-40C4-83B7-00FAF9C60839}" destId="{EEE5D39F-187A-4675-A7B1-833407C71D20}" srcOrd="0" destOrd="1" presId="urn:microsoft.com/office/officeart/2005/8/layout/vList2"/>
    <dgm:cxn modelId="{3ADEFBBD-5D68-4C24-B92F-6EED2FBDF32C}" srcId="{886EB9A0-5AD2-4DB7-8E0A-3949E23B5FAC}" destId="{6AF311CB-8006-4D0A-A2B5-0E9B8939E11B}" srcOrd="0" destOrd="0" parTransId="{BEA7ED8F-71BC-4823-BA0D-FDEEEA7CDD40}" sibTransId="{ED8F0FE3-84B9-4D48-B584-2F465B3DEC15}"/>
    <dgm:cxn modelId="{6E7118C2-1630-4903-AE98-A2BA779D528F}" type="presOf" srcId="{514E0F0C-E3F4-466A-9964-9F3FA89319FD}" destId="{047BD44D-26DF-46A2-BE42-AE1DC4C4E8C6}" srcOrd="0" destOrd="0" presId="urn:microsoft.com/office/officeart/2005/8/layout/vList2"/>
    <dgm:cxn modelId="{C67969E5-B583-45E2-9170-E7002CB5876F}" srcId="{886EB9A0-5AD2-4DB7-8E0A-3949E23B5FAC}" destId="{514E0F0C-E3F4-466A-9964-9F3FA89319FD}" srcOrd="1" destOrd="0" parTransId="{932CBF1C-1103-43A5-8C21-698AD3E73EAF}" sibTransId="{5A91D363-074B-40B2-988B-BE9A7DAAC4F1}"/>
    <dgm:cxn modelId="{FAF5617A-AC31-4282-AA37-CBA46E943586}" type="presParOf" srcId="{6958C701-6465-43CD-9176-AB0F2D17C376}" destId="{E1A8626F-E392-4845-8DB5-C1A1C23A0D62}" srcOrd="0" destOrd="0" presId="urn:microsoft.com/office/officeart/2005/8/layout/vList2"/>
    <dgm:cxn modelId="{D08E8689-CD56-4E92-9725-D6F3A2C88FE6}" type="presParOf" srcId="{6958C701-6465-43CD-9176-AB0F2D17C376}" destId="{3596201C-EE23-49CF-A4F4-C10F932EB533}" srcOrd="1" destOrd="0" presId="urn:microsoft.com/office/officeart/2005/8/layout/vList2"/>
    <dgm:cxn modelId="{8AC25A1F-7A9F-4678-B2C7-11EB215FDC82}" type="presParOf" srcId="{6958C701-6465-43CD-9176-AB0F2D17C376}" destId="{047BD44D-26DF-46A2-BE42-AE1DC4C4E8C6}" srcOrd="2" destOrd="0" presId="urn:microsoft.com/office/officeart/2005/8/layout/vList2"/>
    <dgm:cxn modelId="{16A1E162-F16B-4297-A346-EC39E2CDDE65}" type="presParOf" srcId="{6958C701-6465-43CD-9176-AB0F2D17C376}" destId="{C9F98281-DBE6-4367-A09C-7B4C938A8DD4}" srcOrd="3" destOrd="0" presId="urn:microsoft.com/office/officeart/2005/8/layout/vList2"/>
    <dgm:cxn modelId="{A0DD62E7-DB0A-45E4-9E04-618F40C5DA7A}" type="presParOf" srcId="{6958C701-6465-43CD-9176-AB0F2D17C376}" destId="{504AA8F1-F947-43B6-850C-A26AEAFBC67E}" srcOrd="4" destOrd="0" presId="urn:microsoft.com/office/officeart/2005/8/layout/vList2"/>
    <dgm:cxn modelId="{419FF1D9-669A-46D1-951A-F053BF954AA7}" type="presParOf" srcId="{6958C701-6465-43CD-9176-AB0F2D17C376}" destId="{364BA6F0-E1A7-41DA-BB1A-6A88981C6C71}" srcOrd="5" destOrd="0" presId="urn:microsoft.com/office/officeart/2005/8/layout/vList2"/>
    <dgm:cxn modelId="{A2F6AB81-105B-48F4-9DFE-86B66004D3D0}" type="presParOf" srcId="{6958C701-6465-43CD-9176-AB0F2D17C376}" destId="{84484E5A-BF87-4053-9D0D-F0A92D4C658F}" srcOrd="6" destOrd="0" presId="urn:microsoft.com/office/officeart/2005/8/layout/vList2"/>
    <dgm:cxn modelId="{B1C54E46-0134-4EC7-B112-F713D29FCD3F}" type="presParOf" srcId="{6958C701-6465-43CD-9176-AB0F2D17C376}" destId="{EEE5D39F-187A-4675-A7B1-833407C71D2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8626F-E392-4845-8DB5-C1A1C23A0D62}">
      <dsp:nvSpPr>
        <dsp:cNvPr id="0" name=""/>
        <dsp:cNvSpPr/>
      </dsp:nvSpPr>
      <dsp:spPr>
        <a:xfrm>
          <a:off x="0" y="3438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Neurális hálók</a:t>
          </a:r>
          <a:endParaRPr lang="en-US" sz="3200" kern="1200"/>
        </a:p>
      </dsp:txBody>
      <dsp:txXfrm>
        <a:off x="38381" y="72769"/>
        <a:ext cx="10438838" cy="709478"/>
      </dsp:txXfrm>
    </dsp:sp>
    <dsp:sp modelId="{047BD44D-26DF-46A2-BE42-AE1DC4C4E8C6}">
      <dsp:nvSpPr>
        <dsp:cNvPr id="0" name=""/>
        <dsp:cNvSpPr/>
      </dsp:nvSpPr>
      <dsp:spPr>
        <a:xfrm>
          <a:off x="0" y="91278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Halmozás</a:t>
          </a:r>
          <a:endParaRPr lang="en-US" sz="3200" kern="1200"/>
        </a:p>
      </dsp:txBody>
      <dsp:txXfrm>
        <a:off x="38381" y="951170"/>
        <a:ext cx="10438838" cy="709478"/>
      </dsp:txXfrm>
    </dsp:sp>
    <dsp:sp modelId="{504AA8F1-F947-43B6-850C-A26AEAFBC67E}">
      <dsp:nvSpPr>
        <dsp:cNvPr id="0" name=""/>
        <dsp:cNvSpPr/>
      </dsp:nvSpPr>
      <dsp:spPr>
        <a:xfrm>
          <a:off x="0" y="179118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Bináris osztályozás</a:t>
          </a:r>
          <a:endParaRPr lang="en-US" sz="3200" kern="1200"/>
        </a:p>
      </dsp:txBody>
      <dsp:txXfrm>
        <a:off x="38381" y="1829570"/>
        <a:ext cx="10438838" cy="709478"/>
      </dsp:txXfrm>
    </dsp:sp>
    <dsp:sp modelId="{84484E5A-BF87-4053-9D0D-F0A92D4C658F}">
      <dsp:nvSpPr>
        <dsp:cNvPr id="0" name=""/>
        <dsp:cNvSpPr/>
      </dsp:nvSpPr>
      <dsp:spPr>
        <a:xfrm>
          <a:off x="0" y="266958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Adathalmaz bővítése</a:t>
          </a:r>
          <a:endParaRPr lang="en-US" sz="3200" kern="1200"/>
        </a:p>
      </dsp:txBody>
      <dsp:txXfrm>
        <a:off x="38381" y="2707970"/>
        <a:ext cx="10438838" cy="709478"/>
      </dsp:txXfrm>
    </dsp:sp>
    <dsp:sp modelId="{EEE5D39F-187A-4675-A7B1-833407C71D20}">
      <dsp:nvSpPr>
        <dsp:cNvPr id="0" name=""/>
        <dsp:cNvSpPr/>
      </dsp:nvSpPr>
      <dsp:spPr>
        <a:xfrm>
          <a:off x="0" y="3455829"/>
          <a:ext cx="10515600" cy="8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500" kern="1200"/>
            <a:t>Új jellemzők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500" kern="1200"/>
            <a:t>Idősorok</a:t>
          </a:r>
          <a:endParaRPr lang="en-US" sz="2500" kern="1200"/>
        </a:p>
      </dsp:txBody>
      <dsp:txXfrm>
        <a:off x="0" y="3455829"/>
        <a:ext cx="10515600" cy="861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D4332-33ED-4DB3-9567-B0D4095463B0}" type="datetimeFigureOut">
              <a:rPr lang="en-GB" smtClean="0"/>
              <a:t>21/05/2025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481BC-40B4-4304-B333-15E985D71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847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481BC-40B4-4304-B333-15E985D71F4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631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Oldalszam</a:t>
            </a:r>
            <a:r>
              <a:rPr lang="en-GB" dirty="0"/>
              <a:t>, </a:t>
            </a:r>
            <a:r>
              <a:rPr lang="en-GB" dirty="0" err="1"/>
              <a:t>labjegszet</a:t>
            </a:r>
            <a:r>
              <a:rPr lang="en-GB" dirty="0"/>
              <a:t> cim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481BC-40B4-4304-B333-15E985D71F4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742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betumeret</a:t>
            </a: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481BC-40B4-4304-B333-15E985D71F4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484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481BC-40B4-4304-B333-15E985D71F4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01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748A6C-BC83-3A55-686A-85E1D33CA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D0496E1-73E1-68FF-E581-54A987621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3CBA4C-AA15-D003-8E1D-1FD36F61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F3AA4-F686-42EE-9F68-C97E9A825F6C}" type="datetime1">
              <a:rPr lang="en-GB" smtClean="0"/>
              <a:t>21/05/2025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12AE83A-0ECF-CB1C-A087-1B5B6B21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417ACD3-6D12-6990-19A3-4BB1D5BD8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06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C74DD2-CC0D-973B-E494-163CC85C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E1216B-43D0-09DF-C726-25842AA17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0D6019F-3091-45C5-F441-1A31C17C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195F-5674-4F59-8969-8B5B9CE57489}" type="datetime1">
              <a:rPr lang="en-GB" smtClean="0"/>
              <a:t>21/05/2025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BE5E1DF-E577-5236-813C-1BAB3131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4A3817B-2FD6-CC62-F2C1-6A22B4DF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76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DCB6F7-F43F-04C4-6D60-F68B61E83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EACA6C0-99DF-D4B7-8AD4-F09CA0DC1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B03FB44-BCFE-23A1-0579-1C217363D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6655D-8BD4-4E18-8E49-DEB02563D394}" type="datetime1">
              <a:rPr lang="en-GB" smtClean="0"/>
              <a:t>21/05/2025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B27D37B-18E2-B99F-D7A7-607AB467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086B4C1-773E-18CD-413A-3CCB218E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301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4125EF-CB86-83B8-2C67-85A4C3E07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1B2802-1231-A0A0-C423-BE1F8F22D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995EB4D-54ED-3B66-BCAD-94ACB5F9F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972C12C-10E0-0468-C9F5-BE5A1B703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A524-CAF0-456F-A6DD-42D17710C47A}" type="datetime1">
              <a:rPr lang="en-GB" smtClean="0"/>
              <a:t>21/05/2025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05C54CF-0BD2-C6BA-0FC3-3D0ED46E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1F0E187-C3F8-B5E2-F9F7-DAE036003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271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8BCE91-73AB-42C8-D003-9DEAC6D4E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D7D1158-CE0B-4899-5D71-F867ABC1B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79D3FB9-6D2C-3B66-FFD1-B76B7DD34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F9AB90F-A856-E5FA-4CF1-B76249092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63137B6-F8DC-4FBB-1D19-2E45FC119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9CD75CE-3ABC-C90C-E244-670928C3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6A372-B23C-4244-8925-DA3C55CC023A}" type="datetime1">
              <a:rPr lang="en-GB" smtClean="0"/>
              <a:t>21/05/2025</a:t>
            </a:fld>
            <a:endParaRPr lang="en-GB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EB4383B-2EBB-FFF4-477E-01A2CFAE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8AED406-1240-7BE0-B0AD-557305AD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01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0B0953-F38F-F296-42DC-4418BF51E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5DDE42D-E895-5A9F-E711-157FD97F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AF1B-C5C8-4598-96B8-829F3CCB2DC1}" type="datetime1">
              <a:rPr lang="en-GB" smtClean="0"/>
              <a:t>21/05/2025</a:t>
            </a:fld>
            <a:endParaRPr lang="en-GB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EDDB036-A989-C1E3-4DBA-53715452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C0E812E-DD67-C86B-664F-3ABCEF29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517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08B46FB-5172-EF8F-C320-98EB3457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A3271-B95C-4E97-8D35-24D7ABC85C37}" type="datetime1">
              <a:rPr lang="en-GB" smtClean="0"/>
              <a:t>21/05/2025</a:t>
            </a:fld>
            <a:endParaRPr lang="en-GB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9C52CA63-220E-965E-E68B-8B1436DC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280EA1E-E963-0DD2-CC14-42B20EDC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64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C5E40B-F8CF-3EF6-EF8D-1B16C6873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97018D-DC66-DD4B-6E46-1C82BAC07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C92063D-12EB-1F45-AEE8-F6B7CCDB1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E284475-4173-B61F-3E50-65E8820A4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D2D00-A0F3-459C-BED8-6939A40B29BD}" type="datetime1">
              <a:rPr lang="en-GB" smtClean="0"/>
              <a:t>21/05/2025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F5C8564-8193-D064-BA82-8C9335F80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EA0521E-653B-407E-86B9-FD4D6B87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91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EC169C-B17C-A26F-B73D-FDC34B48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0402ABB-BB0F-D582-E545-D7B3099DF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74F02A3-151B-AE37-3D4C-A8A377553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1FAC542-32DF-EF58-AD1F-AB75BBDF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C41A-0A3A-49CE-B1FC-CA333E9A56C5}" type="datetime1">
              <a:rPr lang="en-GB" smtClean="0"/>
              <a:t>21/05/2025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37B9BD2-26BD-1078-09CC-AC42A303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36ED5EF-238C-E978-11F9-9623CFA1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41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1A734D-DB56-BBC2-0524-53EB31B3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31CE4FA-FEDC-25D6-4A8E-D30025DA1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2D19F2-2238-6089-87CB-380AE2E04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F58B-AA85-4AE4-9BE4-5EE2D96209A8}" type="datetime1">
              <a:rPr lang="en-GB" smtClean="0"/>
              <a:t>21/05/2025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3D54163-6863-D3B9-5911-20F49735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62E8DDA-605C-EE4C-E099-CF6F4763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07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6C056E1-BD05-4B91-D311-33961EA33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08D0642-3580-9F20-D5CA-3715A3F1F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65900F0-3E23-3B1A-ED66-60D236354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B205-CCCA-4B29-B550-B3B140A47295}" type="datetime1">
              <a:rPr lang="en-GB" smtClean="0"/>
              <a:t>21/05/2025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F4371C-CB64-6770-4B61-6828AB750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06CB20B-9043-68DD-1E23-39439D2F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59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CD6F13C-3E7B-7E70-A60E-F218CD16A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F7FE746-5D78-0DD2-5344-74BC16E39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B72058F-B626-C684-F50F-98A95D5CD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C54BE-1D07-45CB-8EC0-F148146F88D4}" type="datetime1">
              <a:rPr lang="en-GB" smtClean="0"/>
              <a:t>21/05/2025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A14AD4-6D70-4CF9-86C7-D6B566E36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DDoS támadások azonosítása gépi tanulással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6B94BD6-FA99-C0FF-CF99-9A3DFE527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352D6-15AD-4057-AC9F-23182204C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44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ABA6FA5-A68B-7E78-EB7C-50727A202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>
                <a:solidFill>
                  <a:srgbClr val="FFFFFF"/>
                </a:solidFill>
              </a:rPr>
              <a:t>DDoS </a:t>
            </a:r>
            <a:r>
              <a:rPr lang="en-GB" sz="4800" dirty="0" err="1">
                <a:solidFill>
                  <a:srgbClr val="FFFFFF"/>
                </a:solidFill>
              </a:rPr>
              <a:t>támadások</a:t>
            </a:r>
            <a:r>
              <a:rPr lang="en-GB" sz="4800" dirty="0">
                <a:solidFill>
                  <a:srgbClr val="FFFFFF"/>
                </a:solidFill>
              </a:rPr>
              <a:t> </a:t>
            </a:r>
            <a:r>
              <a:rPr lang="en-GB" sz="4800" dirty="0" err="1">
                <a:solidFill>
                  <a:srgbClr val="FFFFFF"/>
                </a:solidFill>
              </a:rPr>
              <a:t>azonosítása</a:t>
            </a:r>
            <a:r>
              <a:rPr lang="en-GB" sz="4800" dirty="0">
                <a:solidFill>
                  <a:srgbClr val="FFFFFF"/>
                </a:solidFill>
              </a:rPr>
              <a:t> </a:t>
            </a:r>
            <a:r>
              <a:rPr lang="en-GB" sz="4800" dirty="0" err="1">
                <a:solidFill>
                  <a:srgbClr val="FFFFFF"/>
                </a:solidFill>
              </a:rPr>
              <a:t>gépi</a:t>
            </a:r>
            <a:r>
              <a:rPr lang="en-GB" sz="4800" dirty="0">
                <a:solidFill>
                  <a:srgbClr val="FFFFFF"/>
                </a:solidFill>
              </a:rPr>
              <a:t> </a:t>
            </a:r>
            <a:r>
              <a:rPr lang="en-GB" sz="4800" dirty="0" err="1">
                <a:solidFill>
                  <a:srgbClr val="FFFFFF"/>
                </a:solidFill>
              </a:rPr>
              <a:t>tanulással</a:t>
            </a:r>
            <a:endParaRPr lang="en-GB" sz="4800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0D4B91E-CA82-4066-5C57-D9A9F3CA0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dirty="0"/>
              <a:t>Tarsoly Levente (E1IK75)</a:t>
            </a:r>
          </a:p>
          <a:p>
            <a:pPr algn="l"/>
            <a:r>
              <a:rPr lang="en-GB" dirty="0" err="1"/>
              <a:t>Konzulensek</a:t>
            </a:r>
            <a:r>
              <a:rPr lang="en-GB" dirty="0"/>
              <a:t>: Dr. Orosz Péter, Dr. Skopkó Tamás</a:t>
            </a:r>
          </a:p>
          <a:p>
            <a:pPr algn="l"/>
            <a:endParaRPr lang="en-GB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F0DA191-3E60-DC9A-0962-0B9020186B02}"/>
              </a:ext>
            </a:extLst>
          </p:cNvPr>
          <p:cNvSpPr txBox="1"/>
          <p:nvPr/>
        </p:nvSpPr>
        <p:spPr>
          <a:xfrm>
            <a:off x="1350682" y="3663576"/>
            <a:ext cx="832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85000"/>
                  </a:schemeClr>
                </a:solidFill>
              </a:rPr>
              <a:t>Önálló</a:t>
            </a:r>
            <a:r>
              <a:rPr lang="en-GB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GB" sz="2800" dirty="0" err="1">
                <a:solidFill>
                  <a:schemeClr val="bg1">
                    <a:lumMod val="85000"/>
                  </a:schemeClr>
                </a:solidFill>
              </a:rPr>
              <a:t>laboratórium</a:t>
            </a:r>
            <a:r>
              <a:rPr lang="en-GB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GB" sz="2800" dirty="0" err="1">
                <a:solidFill>
                  <a:schemeClr val="bg1">
                    <a:lumMod val="85000"/>
                  </a:schemeClr>
                </a:solidFill>
              </a:rPr>
              <a:t>beszámoló</a:t>
            </a:r>
            <a:endParaRPr lang="en-GB" sz="28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681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E14F2AA-CB4D-35DA-9513-EB1DEEB8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Adathalmaz bemutatása</a:t>
            </a:r>
            <a:endParaRPr lang="en-GB" sz="4000"/>
          </a:p>
        </p:txBody>
      </p:sp>
      <p:graphicFrame>
        <p:nvGraphicFramePr>
          <p:cNvPr id="6" name="Tartalom helye 5">
            <a:extLst>
              <a:ext uri="{FF2B5EF4-FFF2-40B4-BE49-F238E27FC236}">
                <a16:creationId xmlns:a16="http://schemas.microsoft.com/office/drawing/2014/main" id="{F65B1098-1765-5582-AD74-058EDE4D8F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631990"/>
              </p:ext>
            </p:extLst>
          </p:nvPr>
        </p:nvGraphicFramePr>
        <p:xfrm>
          <a:off x="835154" y="1672773"/>
          <a:ext cx="1051559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5335298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67481079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85249470"/>
                    </a:ext>
                  </a:extLst>
                </a:gridCol>
              </a:tblGrid>
              <a:tr h="93707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/>
                        <a:t>Betanításhoz</a:t>
                      </a:r>
                      <a:r>
                        <a:rPr lang="en-GB" sz="1800" dirty="0"/>
                        <a:t>: </a:t>
                      </a:r>
                    </a:p>
                    <a:p>
                      <a:pPr algn="ctr"/>
                      <a:r>
                        <a:rPr lang="en-GB" sz="1200" dirty="0" err="1"/>
                        <a:t>SetA_components</a:t>
                      </a:r>
                      <a:r>
                        <a:rPr lang="en-GB" sz="1200" dirty="0"/>
                        <a:t> </a:t>
                      </a:r>
                    </a:p>
                    <a:p>
                      <a:pPr algn="ctr"/>
                      <a:r>
                        <a:rPr lang="en-GB" sz="1200" dirty="0" err="1"/>
                        <a:t>SetA_events</a:t>
                      </a:r>
                      <a:endParaRPr lang="en-GB" sz="1200" dirty="0"/>
                    </a:p>
                    <a:p>
                      <a:pPr algn="ctr"/>
                      <a:r>
                        <a:rPr lang="en-GB" sz="1200" dirty="0" err="1"/>
                        <a:t>SetB_components</a:t>
                      </a:r>
                      <a:endParaRPr lang="en-GB" sz="1200" dirty="0"/>
                    </a:p>
                    <a:p>
                      <a:pPr algn="ctr"/>
                      <a:r>
                        <a:rPr lang="en-GB" sz="1200" dirty="0" err="1"/>
                        <a:t>SetB_events</a:t>
                      </a:r>
                      <a:endParaRPr lang="en-GB" sz="1200" dirty="0"/>
                    </a:p>
                    <a:p>
                      <a:pPr algn="ctr"/>
                      <a:endParaRPr lang="en-GB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/>
                        <a:t>Teszteléshez</a:t>
                      </a:r>
                      <a:r>
                        <a:rPr lang="en-GB" sz="1800" dirty="0"/>
                        <a:t>:</a:t>
                      </a:r>
                      <a:r>
                        <a:rPr lang="en-GB" sz="1400" dirty="0"/>
                        <a:t> </a:t>
                      </a:r>
                    </a:p>
                    <a:p>
                      <a:pPr algn="ctr"/>
                      <a:r>
                        <a:rPr lang="en-GB" sz="1200" dirty="0" err="1"/>
                        <a:t>SetC_components</a:t>
                      </a:r>
                      <a:endParaRPr lang="en-GB" sz="1200" dirty="0"/>
                    </a:p>
                    <a:p>
                      <a:pPr algn="ctr"/>
                      <a:r>
                        <a:rPr lang="en-GB" sz="1200" dirty="0" err="1"/>
                        <a:t>SetC_events</a:t>
                      </a:r>
                      <a:endParaRPr lang="en-GB" sz="1200" dirty="0"/>
                    </a:p>
                    <a:p>
                      <a:pPr algn="ctr"/>
                      <a:endParaRPr lang="en-GB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/>
                        <a:t>Generikusság</a:t>
                      </a:r>
                      <a:r>
                        <a:rPr lang="en-GB" sz="1800" dirty="0"/>
                        <a:t> </a:t>
                      </a:r>
                      <a:r>
                        <a:rPr lang="en-GB" sz="1800" dirty="0" err="1"/>
                        <a:t>ellenőrzéséhez</a:t>
                      </a:r>
                      <a:r>
                        <a:rPr lang="en-GB" sz="1800" dirty="0"/>
                        <a:t>:</a:t>
                      </a:r>
                    </a:p>
                    <a:p>
                      <a:pPr algn="ctr"/>
                      <a:r>
                        <a:rPr lang="en-GB" sz="1200" dirty="0" err="1"/>
                        <a:t>SetD_components</a:t>
                      </a:r>
                      <a:endParaRPr lang="en-GB" sz="1200" dirty="0"/>
                    </a:p>
                    <a:p>
                      <a:pPr algn="ctr"/>
                      <a:r>
                        <a:rPr lang="en-GB" sz="1200" dirty="0" err="1"/>
                        <a:t>SetD_events</a:t>
                      </a:r>
                      <a:endParaRPr lang="en-US" sz="1200" dirty="0"/>
                    </a:p>
                    <a:p>
                      <a:pPr algn="ctr"/>
                      <a:endParaRPr lang="en-GB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569722946"/>
                  </a:ext>
                </a:extLst>
              </a:tr>
            </a:tbl>
          </a:graphicData>
        </a:graphic>
      </p:graphicFrame>
      <p:pic>
        <p:nvPicPr>
          <p:cNvPr id="5" name="Tartalom helye 4" descr="A képen képernyőkép, szöve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F09CC50-6ED7-7392-F928-6A6122D33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56" y="3755609"/>
            <a:ext cx="10515595" cy="2208275"/>
          </a:xfrm>
          <a:prstGeom prst="rect">
            <a:avLst/>
          </a:prstGeom>
        </p:spPr>
      </p:pic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92AF5F69-54E2-68B5-51CF-EFC919D6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2</a:t>
            </a:fld>
            <a:r>
              <a:rPr lang="en-GB" dirty="0"/>
              <a:t>/11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C4742C4-DC6C-D30D-2EC7-14ED4C42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BB92E58-606D-2394-749B-D56084DDAEFA}"/>
              </a:ext>
            </a:extLst>
          </p:cNvPr>
          <p:cNvSpPr txBox="1"/>
          <p:nvPr/>
        </p:nvSpPr>
        <p:spPr>
          <a:xfrm>
            <a:off x="4942332" y="3355499"/>
            <a:ext cx="2301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Events </a:t>
            </a:r>
            <a:r>
              <a:rPr lang="en-GB" sz="2000" dirty="0" err="1"/>
              <a:t>adathalmaz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9367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artalom helye 4" descr="A képen képernyőkép, szöve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1BC552C-E2F9-B98E-7A50-A152B9226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76" y="3754800"/>
            <a:ext cx="10515600" cy="2576320"/>
          </a:xfrm>
          <a:prstGeom prst="rect">
            <a:avLst/>
          </a:prstGeom>
        </p:spPr>
      </p:pic>
      <p:pic>
        <p:nvPicPr>
          <p:cNvPr id="8" name="Kép 7" descr="A képen szöveg, kör, képernyőkép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D0740A4-428A-312A-6E6E-70EF95752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162" y="642600"/>
            <a:ext cx="2667226" cy="2784898"/>
          </a:xfrm>
          <a:prstGeom prst="rect">
            <a:avLst/>
          </a:prstGeom>
        </p:spPr>
      </p:pic>
      <p:pic>
        <p:nvPicPr>
          <p:cNvPr id="14" name="Kép 13" descr="A képen kör, szöveg, képernyőkép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4D49D2D-B38B-01C5-E573-5AE884FFA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963" y="642600"/>
            <a:ext cx="2669838" cy="2786400"/>
          </a:xfrm>
          <a:prstGeom prst="rect">
            <a:avLst/>
          </a:prstGeom>
        </p:spPr>
      </p:pic>
      <p:pic>
        <p:nvPicPr>
          <p:cNvPr id="16" name="Kép 15" descr="A képen kör, szöveg, diagram, képernyők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CF5FE6B-19E5-D48B-8066-3C5F9AD1FB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376" y="642600"/>
            <a:ext cx="2669838" cy="2786400"/>
          </a:xfrm>
          <a:prstGeom prst="rect">
            <a:avLst/>
          </a:prstGeom>
        </p:spPr>
      </p:pic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870B3081-F754-A377-9EBE-35BC7AC8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3</a:t>
            </a:fld>
            <a:r>
              <a:rPr lang="en-GB" dirty="0"/>
              <a:t>/11</a:t>
            </a:r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B52FB27-2D07-A89E-B85D-80DEDE83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A5A0810-29D4-5D4E-E1F3-F95173B18D3A}"/>
              </a:ext>
            </a:extLst>
          </p:cNvPr>
          <p:cNvSpPr txBox="1"/>
          <p:nvPr/>
        </p:nvSpPr>
        <p:spPr>
          <a:xfrm>
            <a:off x="3866388" y="326825"/>
            <a:ext cx="4456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/>
              <a:t>Címkeeloszlások</a:t>
            </a:r>
            <a:r>
              <a:rPr lang="en-GB" sz="2000" dirty="0"/>
              <a:t> </a:t>
            </a:r>
            <a:r>
              <a:rPr lang="en-GB" sz="2000" dirty="0" err="1"/>
              <a:t>az</a:t>
            </a:r>
            <a:r>
              <a:rPr lang="en-GB" sz="2000" dirty="0"/>
              <a:t> </a:t>
            </a:r>
            <a:r>
              <a:rPr lang="en-GB" sz="2000" dirty="0" err="1"/>
              <a:t>adathalmazokban</a:t>
            </a:r>
            <a:endParaRPr lang="en-GB" sz="200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EF63092-F499-A415-FE75-FAF1ABDACEAA}"/>
              </a:ext>
            </a:extLst>
          </p:cNvPr>
          <p:cNvSpPr txBox="1"/>
          <p:nvPr/>
        </p:nvSpPr>
        <p:spPr>
          <a:xfrm>
            <a:off x="4288536" y="3344665"/>
            <a:ext cx="3611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/>
              <a:t>Komponensek</a:t>
            </a:r>
            <a:r>
              <a:rPr lang="en-GB" sz="2000" dirty="0"/>
              <a:t> </a:t>
            </a:r>
            <a:r>
              <a:rPr lang="en-GB" sz="2000" dirty="0" err="1"/>
              <a:t>adathalmaz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59722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557D78-D05F-7174-152C-954E392A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/>
              <a:t>Adatelőkészítés</a:t>
            </a:r>
            <a:endParaRPr lang="en-GB" sz="4000" dirty="0"/>
          </a:p>
        </p:txBody>
      </p:sp>
      <p:pic>
        <p:nvPicPr>
          <p:cNvPr id="6" name="Tartalom helye 5" descr="A képen szöveg, képernyőkép, diagram, Diagram látható">
            <a:extLst>
              <a:ext uri="{FF2B5EF4-FFF2-40B4-BE49-F238E27FC236}">
                <a16:creationId xmlns:a16="http://schemas.microsoft.com/office/drawing/2014/main" id="{837F587B-EF9C-D2A4-51E7-599DCDF957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583187"/>
            <a:ext cx="6172200" cy="3682101"/>
          </a:xfr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5FE31242-712D-ED4F-A0CE-F927B5D28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1081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Táblák</a:t>
            </a:r>
            <a:r>
              <a:rPr lang="en-GB" sz="2000" dirty="0"/>
              <a:t> </a:t>
            </a:r>
            <a:r>
              <a:rPr lang="en-GB" sz="2000" dirty="0" err="1"/>
              <a:t>aggregálása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Irreleváns</a:t>
            </a:r>
            <a:r>
              <a:rPr lang="en-GB" sz="2000" dirty="0"/>
              <a:t> </a:t>
            </a:r>
            <a:r>
              <a:rPr lang="en-GB" sz="2000" dirty="0" err="1"/>
              <a:t>adatok</a:t>
            </a:r>
            <a:r>
              <a:rPr lang="en-GB" sz="2000" dirty="0"/>
              <a:t> </a:t>
            </a:r>
            <a:r>
              <a:rPr lang="en-GB" sz="2000" dirty="0" err="1"/>
              <a:t>törlése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Label Encoding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Hibás</a:t>
            </a:r>
            <a:r>
              <a:rPr lang="en-GB" sz="2000" dirty="0"/>
              <a:t> </a:t>
            </a:r>
            <a:r>
              <a:rPr lang="en-GB" sz="2000" dirty="0" err="1"/>
              <a:t>értékek</a:t>
            </a:r>
            <a:r>
              <a:rPr lang="en-GB" sz="2000" dirty="0"/>
              <a:t> </a:t>
            </a:r>
            <a:r>
              <a:rPr lang="en-GB" sz="2000" dirty="0" err="1"/>
              <a:t>szűrése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Anomália</a:t>
            </a:r>
            <a:r>
              <a:rPr lang="en-GB" sz="2000" dirty="0"/>
              <a:t> detekció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Normalizálás</a:t>
            </a:r>
            <a:endParaRPr lang="en-GB" sz="2000" dirty="0"/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0C2697F4-6F28-1A1F-C9A2-0011D5ED5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4</a:t>
            </a:fld>
            <a:r>
              <a:rPr lang="en-GB" dirty="0"/>
              <a:t>/11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E7E7ADF-7FBE-A3FA-0CAD-15A44CFF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</p:spTree>
    <p:extLst>
      <p:ext uri="{BB962C8B-B14F-4D97-AF65-F5344CB8AC3E}">
        <p14:creationId xmlns:p14="http://schemas.microsoft.com/office/powerpoint/2010/main" val="3950215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0CD054-C7FC-CD54-9BC2-8C3031B7D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/>
              <a:t>Jellemzők</a:t>
            </a:r>
            <a:r>
              <a:rPr lang="en-GB" sz="4000" dirty="0"/>
              <a:t> </a:t>
            </a:r>
            <a:r>
              <a:rPr lang="en-GB" sz="4000" dirty="0" err="1"/>
              <a:t>kinyerése</a:t>
            </a:r>
            <a:endParaRPr lang="en-GB" sz="4000" dirty="0"/>
          </a:p>
        </p:txBody>
      </p:sp>
      <p:pic>
        <p:nvPicPr>
          <p:cNvPr id="6" name="Tartalom helye 5" descr="A képen szöveg, képernyőkép, diagram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39DBA30-D9B9-8CB5-07D0-F4B9166D0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583187"/>
            <a:ext cx="6172200" cy="3682101"/>
          </a:xfr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56022F3C-8EE4-9B5F-26EA-598CB90BF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1081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Időalapú</a:t>
            </a:r>
            <a:r>
              <a:rPr lang="en-GB" sz="2000" dirty="0"/>
              <a:t> </a:t>
            </a:r>
            <a:r>
              <a:rPr lang="en-GB" sz="2000" dirty="0" err="1"/>
              <a:t>értékek</a:t>
            </a:r>
            <a:r>
              <a:rPr lang="en-GB" sz="2000" dirty="0"/>
              <a:t> </a:t>
            </a:r>
            <a:r>
              <a:rPr lang="en-GB" sz="2000" dirty="0" err="1"/>
              <a:t>létrehozása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Statisztikai</a:t>
            </a:r>
            <a:r>
              <a:rPr lang="en-GB" sz="2000" dirty="0"/>
              <a:t> </a:t>
            </a:r>
            <a:r>
              <a:rPr lang="en-GB" sz="2000" dirty="0" err="1"/>
              <a:t>jellemzők</a:t>
            </a:r>
            <a:r>
              <a:rPr lang="en-GB" sz="2000" dirty="0"/>
              <a:t> </a:t>
            </a:r>
            <a:r>
              <a:rPr lang="en-GB" sz="2000" dirty="0" err="1"/>
              <a:t>generálása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Egymáshoz</a:t>
            </a:r>
            <a:r>
              <a:rPr lang="en-GB" sz="2000" dirty="0"/>
              <a:t> </a:t>
            </a:r>
            <a:r>
              <a:rPr lang="en-GB" sz="2000" dirty="0" err="1"/>
              <a:t>viszonyított</a:t>
            </a:r>
            <a:r>
              <a:rPr lang="en-GB" sz="2000" dirty="0"/>
              <a:t> </a:t>
            </a:r>
            <a:r>
              <a:rPr lang="en-GB" sz="2000" dirty="0" err="1"/>
              <a:t>jellemzők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Később</a:t>
            </a:r>
            <a:r>
              <a:rPr lang="en-GB" sz="2000" dirty="0"/>
              <a:t> </a:t>
            </a:r>
            <a:r>
              <a:rPr lang="en-GB" sz="2000" dirty="0" err="1"/>
              <a:t>hálózati</a:t>
            </a:r>
            <a:r>
              <a:rPr lang="en-GB" sz="2000" dirty="0"/>
              <a:t> </a:t>
            </a:r>
            <a:r>
              <a:rPr lang="en-GB" sz="2000" dirty="0" err="1"/>
              <a:t>protokoll</a:t>
            </a:r>
            <a:r>
              <a:rPr lang="en-GB" sz="2000" dirty="0"/>
              <a:t> </a:t>
            </a:r>
            <a:r>
              <a:rPr lang="en-GB" sz="2000" dirty="0" err="1"/>
              <a:t>kinyerése</a:t>
            </a:r>
            <a:endParaRPr lang="en-GB" sz="2000" dirty="0"/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C9E6999C-F62E-9C6C-AE05-C1D81BBA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5</a:t>
            </a:fld>
            <a:r>
              <a:rPr lang="en-GB" dirty="0"/>
              <a:t>/11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15458A5-E84F-ADDA-69FD-8F6A45D81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</p:spTree>
    <p:extLst>
      <p:ext uri="{BB962C8B-B14F-4D97-AF65-F5344CB8AC3E}">
        <p14:creationId xmlns:p14="http://schemas.microsoft.com/office/powerpoint/2010/main" val="357289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030B91-AEB8-4E76-1F37-77D84A4E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Adat </a:t>
            </a:r>
            <a:r>
              <a:rPr lang="en-GB" sz="4000" dirty="0" err="1"/>
              <a:t>augmentáció</a:t>
            </a:r>
            <a:endParaRPr lang="en-GB" sz="4000" dirty="0"/>
          </a:p>
        </p:txBody>
      </p:sp>
      <p:pic>
        <p:nvPicPr>
          <p:cNvPr id="6" name="Tartalom helye 5" descr="A képen szöveg, képernyőkép, diagram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EC27806-A15B-A896-01AC-0668FF36B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583187"/>
            <a:ext cx="6172200" cy="3682101"/>
          </a:xfr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77E7FB4C-D4B5-6FC9-526E-E2DD2EBAD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894807"/>
            <a:ext cx="393223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Adatdúsítás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FC270955-EAB7-AAAF-0584-6AD34C33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6</a:t>
            </a:fld>
            <a:r>
              <a:rPr lang="en-GB" dirty="0"/>
              <a:t>/11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E845C8D-047F-6CBC-BAAC-0AC2C0546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</p:spTree>
    <p:extLst>
      <p:ext uri="{BB962C8B-B14F-4D97-AF65-F5344CB8AC3E}">
        <p14:creationId xmlns:p14="http://schemas.microsoft.com/office/powerpoint/2010/main" val="4282097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90C926-EBA1-C6CD-776C-97851065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/>
              <a:t>Modellek</a:t>
            </a:r>
            <a:r>
              <a:rPr lang="en-GB" sz="4000" dirty="0"/>
              <a:t> </a:t>
            </a:r>
            <a:r>
              <a:rPr lang="en-GB" sz="4000" dirty="0" err="1"/>
              <a:t>implementálása</a:t>
            </a:r>
            <a:endParaRPr lang="en-GB" sz="4000" dirty="0"/>
          </a:p>
        </p:txBody>
      </p:sp>
      <p:pic>
        <p:nvPicPr>
          <p:cNvPr id="6" name="Tartalom helye 5" descr="A képen szöveg, képernyőkép, diagram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8873B08-B6D5-87B4-FBB5-54728AEDD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583187"/>
            <a:ext cx="6172200" cy="3682101"/>
          </a:xfr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466B5D8B-FAEF-7ACF-F586-2E9B0BA66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301081"/>
            <a:ext cx="3932237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Fa </a:t>
            </a:r>
            <a:r>
              <a:rPr lang="en-GB" sz="2000" dirty="0" err="1"/>
              <a:t>alapú</a:t>
            </a:r>
            <a:r>
              <a:rPr lang="en-GB" sz="2000" dirty="0"/>
              <a:t> </a:t>
            </a:r>
            <a:r>
              <a:rPr lang="en-GB" sz="2000" dirty="0" err="1"/>
              <a:t>modellek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RandomForest</a:t>
            </a: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Boosting </a:t>
            </a:r>
            <a:r>
              <a:rPr lang="en-GB" sz="2000" dirty="0" err="1"/>
              <a:t>alapú</a:t>
            </a:r>
            <a:r>
              <a:rPr lang="en-GB" sz="2000" dirty="0"/>
              <a:t> </a:t>
            </a:r>
            <a:r>
              <a:rPr lang="en-GB" sz="2000" dirty="0" err="1"/>
              <a:t>megoldások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GradientBoostingMachine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CatBoost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LightGBM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XGBoost</a:t>
            </a: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Neurális</a:t>
            </a:r>
            <a:r>
              <a:rPr lang="en-GB" sz="2000" dirty="0"/>
              <a:t> </a:t>
            </a:r>
            <a:r>
              <a:rPr lang="en-GB" sz="2000" dirty="0" err="1"/>
              <a:t>hálók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2 </a:t>
            </a:r>
            <a:r>
              <a:rPr lang="en-GB" sz="1800" dirty="0" err="1"/>
              <a:t>rejtett</a:t>
            </a:r>
            <a:r>
              <a:rPr lang="en-GB" sz="1800" dirty="0"/>
              <a:t> </a:t>
            </a:r>
            <a:r>
              <a:rPr lang="en-GB" sz="1800" dirty="0" err="1"/>
              <a:t>réteges</a:t>
            </a:r>
            <a:r>
              <a:rPr lang="en-GB" sz="1800" dirty="0"/>
              <a:t> </a:t>
            </a:r>
            <a:r>
              <a:rPr lang="en-GB" sz="1800" dirty="0" err="1"/>
              <a:t>háló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Rejtett</a:t>
            </a:r>
            <a:r>
              <a:rPr lang="en-GB" sz="1800" dirty="0"/>
              <a:t> </a:t>
            </a:r>
            <a:r>
              <a:rPr lang="en-GB" sz="1800" dirty="0" err="1"/>
              <a:t>réteg</a:t>
            </a:r>
            <a:r>
              <a:rPr lang="en-GB" sz="1800" dirty="0"/>
              <a:t> </a:t>
            </a:r>
            <a:r>
              <a:rPr lang="en-GB" sz="1800" dirty="0" err="1"/>
              <a:t>nélküli</a:t>
            </a:r>
            <a:r>
              <a:rPr lang="en-GB" sz="1800" dirty="0"/>
              <a:t> </a:t>
            </a:r>
            <a:r>
              <a:rPr lang="en-GB" sz="1800" dirty="0" err="1"/>
              <a:t>háló</a:t>
            </a: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Később</a:t>
            </a:r>
            <a:r>
              <a:rPr lang="en-GB" sz="2000" dirty="0"/>
              <a:t> </a:t>
            </a:r>
            <a:r>
              <a:rPr lang="en-GB" sz="2000" dirty="0" err="1"/>
              <a:t>szavazás</a:t>
            </a:r>
            <a:r>
              <a:rPr lang="en-GB" sz="2000" dirty="0"/>
              <a:t> </a:t>
            </a:r>
            <a:r>
              <a:rPr lang="en-GB" sz="2000" dirty="0" err="1"/>
              <a:t>módszer</a:t>
            </a:r>
            <a:endParaRPr lang="en-GB" sz="2000" dirty="0"/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05468B14-E24C-4A46-871A-1D18FFCC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7</a:t>
            </a:fld>
            <a:r>
              <a:rPr lang="en-GB" dirty="0"/>
              <a:t>/11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9162098-8E68-A495-DBE5-A64A43A6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</p:spTree>
    <p:extLst>
      <p:ext uri="{BB962C8B-B14F-4D97-AF65-F5344CB8AC3E}">
        <p14:creationId xmlns:p14="http://schemas.microsoft.com/office/powerpoint/2010/main" val="1087517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0E573B-33BE-677D-45D4-663F667B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/>
              <a:t>Együttes</a:t>
            </a:r>
            <a:r>
              <a:rPr lang="en-GB" sz="4000" dirty="0"/>
              <a:t> </a:t>
            </a:r>
            <a:r>
              <a:rPr lang="en-GB" sz="4000" dirty="0" err="1"/>
              <a:t>tanulás</a:t>
            </a:r>
            <a:r>
              <a:rPr lang="en-GB" sz="4000" dirty="0"/>
              <a:t>: Voting</a:t>
            </a:r>
          </a:p>
        </p:txBody>
      </p:sp>
      <p:pic>
        <p:nvPicPr>
          <p:cNvPr id="6" name="Tartalom helye 5" descr="A képen szöveg, képernyőkép, diagram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F55D109-145F-9987-6312-F889DA2EF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583187"/>
            <a:ext cx="6172200" cy="3682101"/>
          </a:xfr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A3330FC0-9DB1-BAFA-6791-8C1B651EA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301081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Három</a:t>
            </a:r>
            <a:r>
              <a:rPr lang="en-GB" sz="2000" dirty="0"/>
              <a:t> </a:t>
            </a:r>
            <a:r>
              <a:rPr lang="en-GB" sz="2000" dirty="0" err="1"/>
              <a:t>legjobban</a:t>
            </a:r>
            <a:r>
              <a:rPr lang="en-GB" sz="2000" dirty="0"/>
              <a:t> </a:t>
            </a:r>
            <a:r>
              <a:rPr lang="en-GB" sz="2000" dirty="0" err="1"/>
              <a:t>teljesítő</a:t>
            </a:r>
            <a:r>
              <a:rPr lang="en-GB" sz="2000" dirty="0"/>
              <a:t> </a:t>
            </a:r>
            <a:r>
              <a:rPr lang="en-GB" sz="2000" dirty="0" err="1"/>
              <a:t>modell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Osztályokra</a:t>
            </a:r>
            <a:r>
              <a:rPr lang="en-GB" sz="2000" dirty="0"/>
              <a:t> </a:t>
            </a:r>
            <a:r>
              <a:rPr lang="en-GB" sz="2000" dirty="0" err="1"/>
              <a:t>felbontva</a:t>
            </a:r>
            <a:r>
              <a:rPr lang="en-GB" sz="2000" dirty="0"/>
              <a:t> is </a:t>
            </a:r>
            <a:r>
              <a:rPr lang="en-GB" sz="2000" dirty="0" err="1"/>
              <a:t>ez</a:t>
            </a:r>
            <a:r>
              <a:rPr lang="en-GB" sz="2000" dirty="0"/>
              <a:t> volt </a:t>
            </a:r>
            <a:r>
              <a:rPr lang="en-GB" sz="2000" dirty="0" err="1"/>
              <a:t>legjobb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RandomForestClassifier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XGBoost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LightGBM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Soft Voting</a:t>
            </a: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DDF4214C-95D0-1FBA-D6CE-A96842D0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8</a:t>
            </a:fld>
            <a:r>
              <a:rPr lang="en-GB" dirty="0"/>
              <a:t>/11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8A51BD2-B523-9D6E-E7B8-6BAE3146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</p:spTree>
    <p:extLst>
      <p:ext uri="{BB962C8B-B14F-4D97-AF65-F5344CB8AC3E}">
        <p14:creationId xmlns:p14="http://schemas.microsoft.com/office/powerpoint/2010/main" val="3132367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76BCD43-79F8-369C-1CEC-5D621216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/>
              <a:t>Eredmények</a:t>
            </a:r>
            <a:r>
              <a:rPr lang="en-US" sz="4000" dirty="0"/>
              <a:t> </a:t>
            </a:r>
            <a:r>
              <a:rPr lang="en-US" sz="4000" dirty="0" err="1"/>
              <a:t>aggregálás</a:t>
            </a:r>
            <a:r>
              <a:rPr lang="en-US" sz="4000" dirty="0"/>
              <a:t> </a:t>
            </a:r>
            <a:r>
              <a:rPr lang="en-US" sz="4000" dirty="0" err="1"/>
              <a:t>nélkül</a:t>
            </a:r>
            <a:endParaRPr lang="en-US" sz="4000" dirty="0"/>
          </a:p>
        </p:txBody>
      </p:sp>
      <p:pic>
        <p:nvPicPr>
          <p:cNvPr id="8" name="Kép 7" descr="A képen szöveg, képernyőkép, diagram, szám látható">
            <a:extLst>
              <a:ext uri="{FF2B5EF4-FFF2-40B4-BE49-F238E27FC236}">
                <a16:creationId xmlns:a16="http://schemas.microsoft.com/office/drawing/2014/main" id="{BEBFC2AB-63A8-D4FF-0AEF-6CF507DEA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60" y="2421924"/>
            <a:ext cx="4581661" cy="3711146"/>
          </a:xfrm>
          <a:prstGeom prst="rect">
            <a:avLst/>
          </a:prstGeom>
        </p:spPr>
      </p:pic>
      <p:pic>
        <p:nvPicPr>
          <p:cNvPr id="6" name="Tartalom helye 5" descr="A képen szöveg, képernyőkép, diagram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83B699F-6EB5-5317-73BC-02B825D87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94" y="2733801"/>
            <a:ext cx="5167185" cy="3087392"/>
          </a:xfrm>
          <a:prstGeom prst="rect">
            <a:avLst/>
          </a:prstGeom>
        </p:spPr>
      </p:pic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2551A1EF-8EAD-C205-3CF4-EAAFC840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9</a:t>
            </a:fld>
            <a:r>
              <a:rPr lang="en-GB" dirty="0"/>
              <a:t>/11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A1E5154-D519-05F5-D7FD-BDA8232D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</p:spTree>
    <p:extLst>
      <p:ext uri="{BB962C8B-B14F-4D97-AF65-F5344CB8AC3E}">
        <p14:creationId xmlns:p14="http://schemas.microsoft.com/office/powerpoint/2010/main" val="1575769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22BCC2-EF44-D728-1849-0E59EF4B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 err="1"/>
              <a:t>Eredmények</a:t>
            </a:r>
            <a:r>
              <a:rPr lang="en-GB" dirty="0"/>
              <a:t> </a:t>
            </a:r>
            <a:r>
              <a:rPr lang="en-GB" dirty="0" err="1"/>
              <a:t>kiértékelve</a:t>
            </a:r>
            <a:r>
              <a:rPr lang="en-GB" dirty="0"/>
              <a:t> a D </a:t>
            </a:r>
            <a:r>
              <a:rPr lang="en-GB" dirty="0" err="1"/>
              <a:t>adathalmazon</a:t>
            </a:r>
            <a:endParaRPr lang="en-GB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383BE5E-B9B9-8BF7-F923-0C42226B2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913607"/>
            <a:ext cx="5157787" cy="823912"/>
          </a:xfrm>
        </p:spPr>
        <p:txBody>
          <a:bodyPr/>
          <a:lstStyle/>
          <a:p>
            <a:r>
              <a:rPr lang="en-GB" dirty="0" err="1"/>
              <a:t>Aggregált</a:t>
            </a:r>
            <a:r>
              <a:rPr lang="en-GB" dirty="0"/>
              <a:t> </a:t>
            </a:r>
            <a:r>
              <a:rPr lang="en-GB" dirty="0" err="1"/>
              <a:t>adathalmaz</a:t>
            </a:r>
            <a:r>
              <a:rPr lang="en-GB" dirty="0"/>
              <a:t> </a:t>
            </a:r>
            <a:r>
              <a:rPr lang="en-GB" dirty="0" err="1"/>
              <a:t>szavazással</a:t>
            </a:r>
            <a:endParaRPr lang="en-GB" dirty="0"/>
          </a:p>
        </p:txBody>
      </p:sp>
      <p:pic>
        <p:nvPicPr>
          <p:cNvPr id="8" name="Tartalom helye 7" descr="A képen szöveg, képernyőkép, diagram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D14FAD5-300C-BC5A-E152-3A902ECC07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175" y="1737519"/>
            <a:ext cx="4360659" cy="3684588"/>
          </a:xfrm>
        </p:spPr>
      </p:pic>
      <p:sp>
        <p:nvSpPr>
          <p:cNvPr id="5" name="Szöveg helye 4">
            <a:extLst>
              <a:ext uri="{FF2B5EF4-FFF2-40B4-BE49-F238E27FC236}">
                <a16:creationId xmlns:a16="http://schemas.microsoft.com/office/drawing/2014/main" id="{8887252C-DEC8-14EF-66B9-6BDF6B21D3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13607"/>
            <a:ext cx="5183188" cy="823912"/>
          </a:xfrm>
        </p:spPr>
        <p:txBody>
          <a:bodyPr/>
          <a:lstStyle/>
          <a:p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dirty="0" err="1"/>
              <a:t>események</a:t>
            </a:r>
            <a:r>
              <a:rPr lang="en-GB" dirty="0"/>
              <a:t> </a:t>
            </a:r>
            <a:r>
              <a:rPr lang="en-GB" dirty="0" err="1"/>
              <a:t>RandomForest</a:t>
            </a:r>
            <a:endParaRPr lang="en-GB" dirty="0"/>
          </a:p>
        </p:txBody>
      </p:sp>
      <p:pic>
        <p:nvPicPr>
          <p:cNvPr id="10" name="Tartalom helye 9" descr="A képen szöveg, képernyőkép, diagram, szám látható">
            <a:extLst>
              <a:ext uri="{FF2B5EF4-FFF2-40B4-BE49-F238E27FC236}">
                <a16:creationId xmlns:a16="http://schemas.microsoft.com/office/drawing/2014/main" id="{7ECED7ED-65D5-10D5-426B-A968EB82193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962" y="1722280"/>
            <a:ext cx="4570240" cy="3684588"/>
          </a:xfrm>
        </p:spPr>
      </p:pic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869DBF0E-781A-73E6-1439-D7A35409E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811607"/>
              </p:ext>
            </p:extLst>
          </p:nvPr>
        </p:nvGraphicFramePr>
        <p:xfrm>
          <a:off x="1235175" y="5510769"/>
          <a:ext cx="98137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6870">
                  <a:extLst>
                    <a:ext uri="{9D8B030D-6E8A-4147-A177-3AD203B41FA5}">
                      <a16:colId xmlns:a16="http://schemas.microsoft.com/office/drawing/2014/main" val="952704286"/>
                    </a:ext>
                  </a:extLst>
                </a:gridCol>
                <a:gridCol w="4906870">
                  <a:extLst>
                    <a:ext uri="{9D8B030D-6E8A-4147-A177-3AD203B41FA5}">
                      <a16:colId xmlns:a16="http://schemas.microsoft.com/office/drawing/2014/main" val="151855346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Macro average F1 score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798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0.5542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941403"/>
                  </a:ext>
                </a:extLst>
              </a:tr>
            </a:tbl>
          </a:graphicData>
        </a:graphic>
      </p:graphicFrame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978F926-D139-32CA-5944-C85E9AC2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10</a:t>
            </a:fld>
            <a:r>
              <a:rPr lang="en-GB" dirty="0"/>
              <a:t>/11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670D364-6EBC-3B68-2EC7-4E168B0F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</p:spTree>
    <p:extLst>
      <p:ext uri="{BB962C8B-B14F-4D97-AF65-F5344CB8AC3E}">
        <p14:creationId xmlns:p14="http://schemas.microsoft.com/office/powerpoint/2010/main" val="2966803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2F7E7B-CE62-F240-F37B-E08BC209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További</a:t>
            </a:r>
            <a:r>
              <a:rPr lang="en-GB" dirty="0"/>
              <a:t> </a:t>
            </a:r>
            <a:r>
              <a:rPr lang="en-GB" dirty="0" err="1"/>
              <a:t>lehetőségek</a:t>
            </a:r>
            <a:endParaRPr lang="en-GB" dirty="0"/>
          </a:p>
        </p:txBody>
      </p:sp>
      <p:graphicFrame>
        <p:nvGraphicFramePr>
          <p:cNvPr id="9" name="Tartalom helye 2">
            <a:extLst>
              <a:ext uri="{FF2B5EF4-FFF2-40B4-BE49-F238E27FC236}">
                <a16:creationId xmlns:a16="http://schemas.microsoft.com/office/drawing/2014/main" id="{48859D3E-B34A-224E-02EF-CFAE65E03A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0F306A3-651F-63EE-96F6-7FF1FC456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DDoS támadások azonosítása gépi tanulással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C3ECB79-E4F0-0FA3-987A-90DB6B01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52D6-15AD-4057-AC9F-23182204C839}" type="slidenum">
              <a:rPr lang="en-GB" smtClean="0"/>
              <a:t>11</a:t>
            </a:fld>
            <a:r>
              <a:rPr lang="en-GB"/>
              <a:t>/11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811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244</Words>
  <Application>Microsoft Office PowerPoint</Application>
  <PresentationFormat>Szélesvásznú</PresentationFormat>
  <Paragraphs>94</Paragraphs>
  <Slides>11</Slides>
  <Notes>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Office-téma</vt:lpstr>
      <vt:lpstr>DDoS támadások azonosítása gépi tanulással</vt:lpstr>
      <vt:lpstr>Adathalmaz bemutatása</vt:lpstr>
      <vt:lpstr>PowerPoint-bemutató</vt:lpstr>
      <vt:lpstr>Adatelőkészítés</vt:lpstr>
      <vt:lpstr>Jellemzők kinyerése</vt:lpstr>
      <vt:lpstr>Adat augmentáció</vt:lpstr>
      <vt:lpstr>Modellek implementálása</vt:lpstr>
      <vt:lpstr>Együttes tanulás: Voting</vt:lpstr>
      <vt:lpstr>Eredmények aggregálás nélkül</vt:lpstr>
      <vt:lpstr>Eredmények kiértékelve a D adathalmazon</vt:lpstr>
      <vt:lpstr>További lehetőségek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Tarsoly Levente</dc:creator>
  <cp:lastModifiedBy>Tarsoly Levente</cp:lastModifiedBy>
  <cp:revision>1</cp:revision>
  <dcterms:created xsi:type="dcterms:W3CDTF">2025-05-13T10:17:35Z</dcterms:created>
  <dcterms:modified xsi:type="dcterms:W3CDTF">2025-05-21T06:32:31Z</dcterms:modified>
</cp:coreProperties>
</file>