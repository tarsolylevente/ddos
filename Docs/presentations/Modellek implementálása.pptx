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57" r:id="rId5"/>
    <p:sldId id="259" r:id="rId6"/>
    <p:sldId id="260" r:id="rId7"/>
    <p:sldId id="261" r:id="rId8"/>
    <p:sldId id="262" r:id="rId9"/>
  </p:sldIdLst>
  <p:sldSz cx="12188825" cy="6858000"/>
  <p:notesSz cx="6858000" cy="9144000"/>
  <p:defaultTextStyle>
    <a:defPPr rtl="0">
      <a:defRPr lang="en-gb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apértelmezett szakasz" id="{07550E3F-3BEC-474A-B195-BE12D4DCD6B7}">
          <p14:sldIdLst>
            <p14:sldId id="257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1" d="100"/>
          <a:sy n="111" d="100"/>
        </p:scale>
        <p:origin x="594" y="9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soly Levente" userId="e24acefe-6366-498b-8880-e611d82d0ee7" providerId="ADAL" clId="{79C82058-1DB7-4B19-870D-AD7163629D96}"/>
    <pc:docChg chg="undo redo custSel addSld delSld modSld addSection delSection modSection">
      <pc:chgData name="Tarsoly Levente" userId="e24acefe-6366-498b-8880-e611d82d0ee7" providerId="ADAL" clId="{79C82058-1DB7-4B19-870D-AD7163629D96}" dt="2025-04-15T12:00:47.756" v="701" actId="20577"/>
      <pc:docMkLst>
        <pc:docMk/>
      </pc:docMkLst>
      <pc:sldChg chg="modSp mod">
        <pc:chgData name="Tarsoly Levente" userId="e24acefe-6366-498b-8880-e611d82d0ee7" providerId="ADAL" clId="{79C82058-1DB7-4B19-870D-AD7163629D96}" dt="2025-04-15T11:37:36.998" v="522" actId="20577"/>
        <pc:sldMkLst>
          <pc:docMk/>
          <pc:sldMk cId="1332291891" sldId="257"/>
        </pc:sldMkLst>
        <pc:spChg chg="mod">
          <ac:chgData name="Tarsoly Levente" userId="e24acefe-6366-498b-8880-e611d82d0ee7" providerId="ADAL" clId="{79C82058-1DB7-4B19-870D-AD7163629D96}" dt="2025-04-15T11:37:36.998" v="522" actId="20577"/>
          <ac:spMkLst>
            <pc:docMk/>
            <pc:sldMk cId="1332291891" sldId="257"/>
            <ac:spMk id="2" creationId="{00000000-0000-0000-0000-000000000000}"/>
          </ac:spMkLst>
        </pc:spChg>
      </pc:sldChg>
      <pc:sldChg chg="del">
        <pc:chgData name="Tarsoly Levente" userId="e24acefe-6366-498b-8880-e611d82d0ee7" providerId="ADAL" clId="{79C82058-1DB7-4B19-870D-AD7163629D96}" dt="2025-04-15T11:14:20.702" v="60" actId="47"/>
        <pc:sldMkLst>
          <pc:docMk/>
          <pc:sldMk cId="1211946474" sldId="258"/>
        </pc:sldMkLst>
      </pc:sldChg>
      <pc:sldChg chg="addSp modSp new mod">
        <pc:chgData name="Tarsoly Levente" userId="e24acefe-6366-498b-8880-e611d82d0ee7" providerId="ADAL" clId="{79C82058-1DB7-4B19-870D-AD7163629D96}" dt="2025-04-15T12:00:47.756" v="701" actId="20577"/>
        <pc:sldMkLst>
          <pc:docMk/>
          <pc:sldMk cId="973972293" sldId="259"/>
        </pc:sldMkLst>
        <pc:spChg chg="mod">
          <ac:chgData name="Tarsoly Levente" userId="e24acefe-6366-498b-8880-e611d82d0ee7" providerId="ADAL" clId="{79C82058-1DB7-4B19-870D-AD7163629D96}" dt="2025-04-15T11:16:24.996" v="71" actId="20577"/>
          <ac:spMkLst>
            <pc:docMk/>
            <pc:sldMk cId="973972293" sldId="259"/>
            <ac:spMk id="2" creationId="{11A531B3-2CF6-E6FD-3EA8-E8F2E97985B2}"/>
          </ac:spMkLst>
        </pc:spChg>
        <pc:spChg chg="mod">
          <ac:chgData name="Tarsoly Levente" userId="e24acefe-6366-498b-8880-e611d82d0ee7" providerId="ADAL" clId="{79C82058-1DB7-4B19-870D-AD7163629D96}" dt="2025-04-15T11:56:28.038" v="694" actId="114"/>
          <ac:spMkLst>
            <pc:docMk/>
            <pc:sldMk cId="973972293" sldId="259"/>
            <ac:spMk id="3" creationId="{B49FDE1A-1CC0-BFBE-2B83-425E0C0B23E5}"/>
          </ac:spMkLst>
        </pc:spChg>
        <pc:graphicFrameChg chg="add mod modGraphic">
          <ac:chgData name="Tarsoly Levente" userId="e24acefe-6366-498b-8880-e611d82d0ee7" providerId="ADAL" clId="{79C82058-1DB7-4B19-870D-AD7163629D96}" dt="2025-04-15T12:00:47.756" v="701" actId="20577"/>
          <ac:graphicFrameMkLst>
            <pc:docMk/>
            <pc:sldMk cId="973972293" sldId="259"/>
            <ac:graphicFrameMk id="4" creationId="{9A64521F-9266-E03B-F8CE-3D26682A3AC7}"/>
          </ac:graphicFrameMkLst>
        </pc:graphicFrameChg>
      </pc:sldChg>
      <pc:sldChg chg="addSp delSp modSp new mod">
        <pc:chgData name="Tarsoly Levente" userId="e24acefe-6366-498b-8880-e611d82d0ee7" providerId="ADAL" clId="{79C82058-1DB7-4B19-870D-AD7163629D96}" dt="2025-04-15T12:00:41.064" v="697" actId="20577"/>
        <pc:sldMkLst>
          <pc:docMk/>
          <pc:sldMk cId="1291791720" sldId="260"/>
        </pc:sldMkLst>
        <pc:spChg chg="mod">
          <ac:chgData name="Tarsoly Levente" userId="e24acefe-6366-498b-8880-e611d82d0ee7" providerId="ADAL" clId="{79C82058-1DB7-4B19-870D-AD7163629D96}" dt="2025-04-15T11:16:19.724" v="66" actId="20577"/>
          <ac:spMkLst>
            <pc:docMk/>
            <pc:sldMk cId="1291791720" sldId="260"/>
            <ac:spMk id="2" creationId="{F3AD5D0F-6A2C-77FD-D5BB-31C94926F04C}"/>
          </ac:spMkLst>
        </pc:spChg>
        <pc:graphicFrameChg chg="add mod modGraphic">
          <ac:chgData name="Tarsoly Levente" userId="e24acefe-6366-498b-8880-e611d82d0ee7" providerId="ADAL" clId="{79C82058-1DB7-4B19-870D-AD7163629D96}" dt="2025-04-15T12:00:41.064" v="697" actId="20577"/>
          <ac:graphicFrameMkLst>
            <pc:docMk/>
            <pc:sldMk cId="1291791720" sldId="260"/>
            <ac:graphicFrameMk id="4" creationId="{8E6ADF57-347B-A3C5-C15A-76A71CE8E939}"/>
          </ac:graphicFrameMkLst>
        </pc:graphicFrameChg>
      </pc:sldChg>
      <pc:sldChg chg="addSp delSp modSp new mod">
        <pc:chgData name="Tarsoly Levente" userId="e24acefe-6366-498b-8880-e611d82d0ee7" providerId="ADAL" clId="{79C82058-1DB7-4B19-870D-AD7163629D96}" dt="2025-04-15T11:49:36.031" v="617" actId="20577"/>
        <pc:sldMkLst>
          <pc:docMk/>
          <pc:sldMk cId="2529835363" sldId="261"/>
        </pc:sldMkLst>
        <pc:spChg chg="mod">
          <ac:chgData name="Tarsoly Levente" userId="e24acefe-6366-498b-8880-e611d82d0ee7" providerId="ADAL" clId="{79C82058-1DB7-4B19-870D-AD7163629D96}" dt="2025-04-15T11:22:36.989" v="142" actId="20577"/>
          <ac:spMkLst>
            <pc:docMk/>
            <pc:sldMk cId="2529835363" sldId="261"/>
            <ac:spMk id="2" creationId="{6EC7A293-D4F2-B62D-54C4-3967F4BA442F}"/>
          </ac:spMkLst>
        </pc:spChg>
        <pc:graphicFrameChg chg="add mod ord modGraphic">
          <ac:chgData name="Tarsoly Levente" userId="e24acefe-6366-498b-8880-e611d82d0ee7" providerId="ADAL" clId="{79C82058-1DB7-4B19-870D-AD7163629D96}" dt="2025-04-15T11:49:36.031" v="617" actId="20577"/>
          <ac:graphicFrameMkLst>
            <pc:docMk/>
            <pc:sldMk cId="2529835363" sldId="261"/>
            <ac:graphicFrameMk id="5" creationId="{E9CA022E-DDBF-1594-200C-6406311DA112}"/>
          </ac:graphicFrameMkLst>
        </pc:graphicFrameChg>
        <pc:picChg chg="add mod">
          <ac:chgData name="Tarsoly Levente" userId="e24acefe-6366-498b-8880-e611d82d0ee7" providerId="ADAL" clId="{79C82058-1DB7-4B19-870D-AD7163629D96}" dt="2025-04-15T11:28:56.221" v="308" actId="1076"/>
          <ac:picMkLst>
            <pc:docMk/>
            <pc:sldMk cId="2529835363" sldId="261"/>
            <ac:picMk id="7" creationId="{13231511-8528-E928-7358-5B1A90ED251E}"/>
          </ac:picMkLst>
        </pc:picChg>
      </pc:sldChg>
      <pc:sldChg chg="addSp delSp modSp new mod">
        <pc:chgData name="Tarsoly Levente" userId="e24acefe-6366-498b-8880-e611d82d0ee7" providerId="ADAL" clId="{79C82058-1DB7-4B19-870D-AD7163629D96}" dt="2025-04-15T11:55:19.169" v="685" actId="20577"/>
        <pc:sldMkLst>
          <pc:docMk/>
          <pc:sldMk cId="665803602" sldId="262"/>
        </pc:sldMkLst>
        <pc:spChg chg="mod">
          <ac:chgData name="Tarsoly Levente" userId="e24acefe-6366-498b-8880-e611d82d0ee7" providerId="ADAL" clId="{79C82058-1DB7-4B19-870D-AD7163629D96}" dt="2025-04-15T11:55:19.169" v="685" actId="20577"/>
          <ac:spMkLst>
            <pc:docMk/>
            <pc:sldMk cId="665803602" sldId="262"/>
            <ac:spMk id="3" creationId="{55F5480E-0A0F-1D39-AFC1-13F6598FCF9C}"/>
          </ac:spMkLst>
        </pc:spChg>
        <pc:graphicFrameChg chg="add mod modGraphic">
          <ac:chgData name="Tarsoly Levente" userId="e24acefe-6366-498b-8880-e611d82d0ee7" providerId="ADAL" clId="{79C82058-1DB7-4B19-870D-AD7163629D96}" dt="2025-04-15T11:54:45.555" v="634" actId="14734"/>
          <ac:graphicFrameMkLst>
            <pc:docMk/>
            <pc:sldMk cId="665803602" sldId="262"/>
            <ac:graphicFrameMk id="4" creationId="{15726893-4F14-6032-FBB6-C2DA58EE5850}"/>
          </ac:graphicFrameMkLst>
        </pc:graphicFrameChg>
      </pc:sldChg>
    </pc:docChg>
  </pc:docChgLst>
  <pc:docChgLst>
    <pc:chgData name="Tarsoly Levente" userId="e24acefe-6366-498b-8880-e611d82d0ee7" providerId="ADAL" clId="{B84E799C-483D-4A08-A71E-0F32F896D318}"/>
    <pc:docChg chg="modSld">
      <pc:chgData name="Tarsoly Levente" userId="e24acefe-6366-498b-8880-e611d82d0ee7" providerId="ADAL" clId="{B84E799C-483D-4A08-A71E-0F32F896D318}" dt="2025-05-10T23:39:57.530" v="1" actId="20577"/>
      <pc:docMkLst>
        <pc:docMk/>
      </pc:docMkLst>
      <pc:sldChg chg="modSp mod">
        <pc:chgData name="Tarsoly Levente" userId="e24acefe-6366-498b-8880-e611d82d0ee7" providerId="ADAL" clId="{B84E799C-483D-4A08-A71E-0F32F896D318}" dt="2025-05-10T23:39:57.530" v="1" actId="20577"/>
        <pc:sldMkLst>
          <pc:docMk/>
          <pc:sldMk cId="665803602" sldId="262"/>
        </pc:sldMkLst>
        <pc:spChg chg="mod">
          <ac:chgData name="Tarsoly Levente" userId="e24acefe-6366-498b-8880-e611d82d0ee7" providerId="ADAL" clId="{B84E799C-483D-4A08-A71E-0F32F896D318}" dt="2025-05-10T23:39:57.530" v="1" actId="20577"/>
          <ac:spMkLst>
            <pc:docMk/>
            <pc:sldMk cId="665803602" sldId="262"/>
            <ac:spMk id="3" creationId="{55F5480E-0A0F-1D39-AFC1-13F6598FCF9C}"/>
          </ac:spMkLst>
        </pc:spChg>
      </pc:sldChg>
    </pc:docChg>
  </pc:docChgLst>
  <pc:docChgLst>
    <pc:chgData name="Tarsoly Levente" userId="e24acefe-6366-498b-8880-e611d82d0ee7" providerId="ADAL" clId="{3E3502A4-BCE4-4F8D-B57F-A05D9F8254F5}"/>
    <pc:docChg chg="custSel modSld">
      <pc:chgData name="Tarsoly Levente" userId="e24acefe-6366-498b-8880-e611d82d0ee7" providerId="ADAL" clId="{3E3502A4-BCE4-4F8D-B57F-A05D9F8254F5}" dt="2025-04-15T13:04:17.146" v="87" actId="12"/>
      <pc:docMkLst>
        <pc:docMk/>
      </pc:docMkLst>
      <pc:sldChg chg="addSp modSp mod">
        <pc:chgData name="Tarsoly Levente" userId="e24acefe-6366-498b-8880-e611d82d0ee7" providerId="ADAL" clId="{3E3502A4-BCE4-4F8D-B57F-A05D9F8254F5}" dt="2025-04-15T13:04:17.146" v="87" actId="12"/>
        <pc:sldMkLst>
          <pc:docMk/>
          <pc:sldMk cId="2529835363" sldId="261"/>
        </pc:sldMkLst>
        <pc:spChg chg="mod">
          <ac:chgData name="Tarsoly Levente" userId="e24acefe-6366-498b-8880-e611d82d0ee7" providerId="ADAL" clId="{3E3502A4-BCE4-4F8D-B57F-A05D9F8254F5}" dt="2025-04-15T13:03:42.092" v="40" actId="1076"/>
          <ac:spMkLst>
            <pc:docMk/>
            <pc:sldMk cId="2529835363" sldId="261"/>
            <ac:spMk id="2" creationId="{6EC7A293-D4F2-B62D-54C4-3967F4BA442F}"/>
          </ac:spMkLst>
        </pc:spChg>
        <pc:spChg chg="add mod">
          <ac:chgData name="Tarsoly Levente" userId="e24acefe-6366-498b-8880-e611d82d0ee7" providerId="ADAL" clId="{3E3502A4-BCE4-4F8D-B57F-A05D9F8254F5}" dt="2025-04-15T13:04:17.146" v="87" actId="12"/>
          <ac:spMkLst>
            <pc:docMk/>
            <pc:sldMk cId="2529835363" sldId="261"/>
            <ac:spMk id="3" creationId="{DF86DE5D-149D-DBB9-41B6-647D95F5BF50}"/>
          </ac:spMkLst>
        </pc:spChg>
        <pc:graphicFrameChg chg="mod modGraphic">
          <ac:chgData name="Tarsoly Levente" userId="e24acefe-6366-498b-8880-e611d82d0ee7" providerId="ADAL" clId="{3E3502A4-BCE4-4F8D-B57F-A05D9F8254F5}" dt="2025-04-15T13:03:19.009" v="37" actId="1076"/>
          <ac:graphicFrameMkLst>
            <pc:docMk/>
            <pc:sldMk cId="2529835363" sldId="261"/>
            <ac:graphicFrameMk id="5" creationId="{E9CA022E-DDBF-1594-200C-6406311DA112}"/>
          </ac:graphicFrameMkLst>
        </pc:graphicFrameChg>
        <pc:picChg chg="mod">
          <ac:chgData name="Tarsoly Levente" userId="e24acefe-6366-498b-8880-e611d82d0ee7" providerId="ADAL" clId="{3E3502A4-BCE4-4F8D-B57F-A05D9F8254F5}" dt="2025-04-15T13:03:25.972" v="39" actId="1036"/>
          <ac:picMkLst>
            <pc:docMk/>
            <pc:sldMk cId="2529835363" sldId="261"/>
            <ac:picMk id="7" creationId="{13231511-8528-E928-7358-5B1A90ED251E}"/>
          </ac:picMkLst>
        </pc:picChg>
      </pc:sldChg>
      <pc:sldChg chg="modSp mod">
        <pc:chgData name="Tarsoly Levente" userId="e24acefe-6366-498b-8880-e611d82d0ee7" providerId="ADAL" clId="{3E3502A4-BCE4-4F8D-B57F-A05D9F8254F5}" dt="2025-04-15T12:03:07.929" v="29" actId="20577"/>
        <pc:sldMkLst>
          <pc:docMk/>
          <pc:sldMk cId="665803602" sldId="262"/>
        </pc:sldMkLst>
        <pc:spChg chg="mod">
          <ac:chgData name="Tarsoly Levente" userId="e24acefe-6366-498b-8880-e611d82d0ee7" providerId="ADAL" clId="{3E3502A4-BCE4-4F8D-B57F-A05D9F8254F5}" dt="2025-04-15T12:03:07.929" v="29" actId="20577"/>
          <ac:spMkLst>
            <pc:docMk/>
            <pc:sldMk cId="665803602" sldId="262"/>
            <ac:spMk id="3" creationId="{55F5480E-0A0F-1D39-AFC1-13F6598FCF9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Click to edit Master text styles</a:t>
            </a:r>
          </a:p>
          <a:p>
            <a:pPr lvl="1" rtl="0"/>
            <a:r>
              <a:t>Second level</a:t>
            </a:r>
          </a:p>
          <a:p>
            <a:pPr lvl="2" rtl="0"/>
            <a:r>
              <a:t>Third level</a:t>
            </a:r>
          </a:p>
          <a:p>
            <a:pPr lvl="3" rtl="0"/>
            <a:r>
              <a:t>Fourth level</a:t>
            </a:r>
          </a:p>
          <a:p>
            <a:pPr lvl="4" rtl="0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>
              <a:defRPr sz="5400"/>
            </a:lvl1pPr>
          </a:lstStyle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hu-HU"/>
              <a:t>Kattintson ide az alcím mintájának szerkesztéséhez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>
              <a:defRPr sz="5400" b="0" cap="none" baseline="0"/>
            </a:lvl1pPr>
          </a:lstStyle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hu-HU"/>
              <a:t>Mintaszöveg szerkesztése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pPr rtl="0"/>
            <a:r>
              <a:rPr lang="hu-HU"/>
              <a:t>Kép beszúrásához kattintson az ikonra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hu-HU"/>
              <a:t>Mintacím szerkesztése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hu-HU"/>
              <a:t>Mintaszöveg szerkesztése</a:t>
            </a:r>
          </a:p>
          <a:p>
            <a:pPr lvl="1" rtl="0"/>
            <a:r>
              <a:rPr lang="hu-HU"/>
              <a:t>Második szint</a:t>
            </a:r>
          </a:p>
          <a:p>
            <a:pPr lvl="2" rtl="0"/>
            <a:r>
              <a:rPr lang="hu-HU"/>
              <a:t>Harmadik szint</a:t>
            </a:r>
          </a:p>
          <a:p>
            <a:pPr lvl="3" rtl="0"/>
            <a:r>
              <a:rPr lang="hu-HU"/>
              <a:t>Negyedik szint</a:t>
            </a:r>
          </a:p>
          <a:p>
            <a:pPr lvl="4" rtl="0"/>
            <a:r>
              <a:rPr lang="hu-HU"/>
              <a:t>Ötödik szint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n-gb" dirty="0"/>
              <a:t>Model implementation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gb" dirty="0"/>
              <a:t>Tarsoly Levente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1A531B3-2CF6-E6FD-3EA8-E8F2E9798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CED6DD"/>
                </a:solidFill>
                <a:effectLst/>
                <a:latin typeface="-apple-system"/>
              </a:rPr>
              <a:t>Random Forest</a:t>
            </a:r>
            <a:endParaRPr lang="en-GB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49FDE1A-1CC0-BFBE-2B83-425E0C0B2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i="1" dirty="0" err="1"/>
              <a:t>n_estimators</a:t>
            </a:r>
            <a:r>
              <a:rPr lang="en-GB" i="1" dirty="0"/>
              <a:t>=250</a:t>
            </a:r>
          </a:p>
          <a:p>
            <a:r>
              <a:rPr lang="en-GB" i="1" dirty="0" err="1"/>
              <a:t>max_depth</a:t>
            </a:r>
            <a:r>
              <a:rPr lang="en-GB" i="1" dirty="0"/>
              <a:t>=10</a:t>
            </a:r>
          </a:p>
          <a:p>
            <a:endParaRPr lang="en-GB" dirty="0"/>
          </a:p>
        </p:txBody>
      </p:sp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9A64521F-9266-E03B-F8CE-3D26682A3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9434506"/>
              </p:ext>
            </p:extLst>
          </p:nvPr>
        </p:nvGraphicFramePr>
        <p:xfrm>
          <a:off x="1218884" y="2924944"/>
          <a:ext cx="10360500" cy="2520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125">
                  <a:extLst>
                    <a:ext uri="{9D8B030D-6E8A-4147-A177-3AD203B41FA5}">
                      <a16:colId xmlns:a16="http://schemas.microsoft.com/office/drawing/2014/main" val="3702081449"/>
                    </a:ext>
                  </a:extLst>
                </a:gridCol>
                <a:gridCol w="2590125">
                  <a:extLst>
                    <a:ext uri="{9D8B030D-6E8A-4147-A177-3AD203B41FA5}">
                      <a16:colId xmlns:a16="http://schemas.microsoft.com/office/drawing/2014/main" val="3540872633"/>
                    </a:ext>
                  </a:extLst>
                </a:gridCol>
                <a:gridCol w="2590125">
                  <a:extLst>
                    <a:ext uri="{9D8B030D-6E8A-4147-A177-3AD203B41FA5}">
                      <a16:colId xmlns:a16="http://schemas.microsoft.com/office/drawing/2014/main" val="2697624663"/>
                    </a:ext>
                  </a:extLst>
                </a:gridCol>
                <a:gridCol w="2590125">
                  <a:extLst>
                    <a:ext uri="{9D8B030D-6E8A-4147-A177-3AD203B41FA5}">
                      <a16:colId xmlns:a16="http://schemas.microsoft.com/office/drawing/2014/main" val="3949282182"/>
                    </a:ext>
                  </a:extLst>
                </a:gridCol>
              </a:tblGrid>
              <a:tr h="2520281">
                <a:tc>
                  <a:txBody>
                    <a:bodyPr/>
                    <a:lstStyle/>
                    <a:p>
                      <a:r>
                        <a:rPr lang="en-GB" sz="2000" b="1" dirty="0"/>
                        <a:t>SMOTE *2</a:t>
                      </a:r>
                    </a:p>
                    <a:p>
                      <a:endParaRPr lang="en-GB" sz="2000" b="1" dirty="0"/>
                    </a:p>
                    <a:p>
                      <a:r>
                        <a:rPr lang="en-GB" sz="2000" b="0" dirty="0"/>
                        <a:t>Accuracy: 0.8213</a:t>
                      </a:r>
                    </a:p>
                    <a:p>
                      <a:r>
                        <a:rPr lang="en-GB" sz="2000" b="0" dirty="0"/>
                        <a:t>Precision: 0.6796</a:t>
                      </a:r>
                    </a:p>
                    <a:p>
                      <a:r>
                        <a:rPr lang="en-GB" sz="2000" b="0" dirty="0"/>
                        <a:t>Recall: 0.5642</a:t>
                      </a:r>
                    </a:p>
                    <a:p>
                      <a:r>
                        <a:rPr lang="en-GB" sz="2000" b="0" dirty="0"/>
                        <a:t>F1-Score: 0.5969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SMOTE *1.5</a:t>
                      </a:r>
                    </a:p>
                    <a:p>
                      <a:endParaRPr lang="en-GB" sz="2000" b="1" dirty="0"/>
                    </a:p>
                    <a:p>
                      <a:r>
                        <a:rPr lang="en-GB" sz="2000" b="0" dirty="0"/>
                        <a:t>Accuracy: 0.8318</a:t>
                      </a:r>
                    </a:p>
                    <a:p>
                      <a:r>
                        <a:rPr lang="en-GB" sz="2000" b="0" dirty="0"/>
                        <a:t>Precision: 0.8384</a:t>
                      </a:r>
                    </a:p>
                    <a:p>
                      <a:r>
                        <a:rPr lang="en-GB" sz="2000" b="0" dirty="0"/>
                        <a:t>Recall: 0.5832</a:t>
                      </a:r>
                    </a:p>
                    <a:p>
                      <a:r>
                        <a:rPr lang="en-GB" sz="2000" b="0" dirty="0"/>
                        <a:t>F1-Score: 0.6231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SMOTE *1.2</a:t>
                      </a:r>
                    </a:p>
                    <a:p>
                      <a:endParaRPr lang="en-GB" sz="2000" b="1" dirty="0"/>
                    </a:p>
                    <a:p>
                      <a:r>
                        <a:rPr lang="en-GB" sz="2000" b="0" dirty="0"/>
                        <a:t>Accuracy: 0.8205</a:t>
                      </a:r>
                    </a:p>
                    <a:p>
                      <a:r>
                        <a:rPr lang="en-GB" sz="2000" b="0" dirty="0"/>
                        <a:t>Precision: 0.8172</a:t>
                      </a:r>
                    </a:p>
                    <a:p>
                      <a:r>
                        <a:rPr lang="en-GB" sz="2000" b="0" dirty="0"/>
                        <a:t>Recall: 0.5605</a:t>
                      </a:r>
                    </a:p>
                    <a:p>
                      <a:r>
                        <a:rPr lang="en-GB" sz="2000" b="0" dirty="0"/>
                        <a:t>F1-Score: 0.6038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dirty="0"/>
                        <a:t>SMOTE </a:t>
                      </a:r>
                      <a:r>
                        <a:rPr lang="en-GB" sz="2000" b="1"/>
                        <a:t>*1.7</a:t>
                      </a:r>
                    </a:p>
                    <a:p>
                      <a:endParaRPr lang="en-GB" sz="2000" b="1" dirty="0"/>
                    </a:p>
                    <a:p>
                      <a:r>
                        <a:rPr lang="en-GB" sz="2000" b="0" dirty="0"/>
                        <a:t>Accuracy: 0.7815</a:t>
                      </a:r>
                    </a:p>
                    <a:p>
                      <a:r>
                        <a:rPr lang="en-GB" sz="2000" b="0" dirty="0"/>
                        <a:t>Precision: 0.5874</a:t>
                      </a:r>
                    </a:p>
                    <a:p>
                      <a:r>
                        <a:rPr lang="en-GB" sz="2000" b="0" dirty="0"/>
                        <a:t>Recall: 0.6415</a:t>
                      </a:r>
                    </a:p>
                    <a:p>
                      <a:r>
                        <a:rPr lang="en-GB" sz="2000" b="0" dirty="0"/>
                        <a:t>F1-Score: 0.5995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5697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972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AD5D0F-6A2C-77FD-D5BB-31C94926F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CED6DD"/>
                </a:solidFill>
                <a:effectLst/>
                <a:latin typeface="-apple-system"/>
              </a:rPr>
              <a:t>Gradient Boosting</a:t>
            </a:r>
            <a:endParaRPr lang="en-GB" dirty="0"/>
          </a:p>
        </p:txBody>
      </p:sp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8E6ADF57-347B-A3C5-C15A-76A71CE8E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7072005"/>
              </p:ext>
            </p:extLst>
          </p:nvPr>
        </p:nvGraphicFramePr>
        <p:xfrm>
          <a:off x="1218884" y="2708920"/>
          <a:ext cx="10360500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5328">
                  <a:extLst>
                    <a:ext uri="{9D8B030D-6E8A-4147-A177-3AD203B41FA5}">
                      <a16:colId xmlns:a16="http://schemas.microsoft.com/office/drawing/2014/main" val="987765777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1093617432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4200599554"/>
                    </a:ext>
                  </a:extLst>
                </a:gridCol>
                <a:gridCol w="2460636">
                  <a:extLst>
                    <a:ext uri="{9D8B030D-6E8A-4147-A177-3AD203B41FA5}">
                      <a16:colId xmlns:a16="http://schemas.microsoft.com/office/drawing/2014/main" val="29454996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000" b="1" dirty="0" err="1"/>
                        <a:t>GradientBoostingClassifier</a:t>
                      </a:r>
                      <a:endParaRPr lang="en-GB" sz="2000" b="1" dirty="0"/>
                    </a:p>
                    <a:p>
                      <a:r>
                        <a:rPr lang="en-GB" sz="2000" b="0" i="1" u="none" dirty="0" err="1"/>
                        <a:t>n_estimators</a:t>
                      </a:r>
                      <a:r>
                        <a:rPr lang="en-GB" sz="2000" b="0" i="1" u="none" dirty="0"/>
                        <a:t>=250</a:t>
                      </a:r>
                    </a:p>
                    <a:p>
                      <a:r>
                        <a:rPr lang="en-GB" sz="2000" b="0" i="1" u="none" dirty="0" err="1"/>
                        <a:t>max_depth</a:t>
                      </a:r>
                      <a:r>
                        <a:rPr lang="en-GB" sz="2000" b="0" i="1" u="none" dirty="0"/>
                        <a:t>=10</a:t>
                      </a:r>
                    </a:p>
                    <a:p>
                      <a:endParaRPr lang="en-GB" sz="2000" b="1" dirty="0"/>
                    </a:p>
                    <a:p>
                      <a:r>
                        <a:rPr lang="en-GB" sz="2000" b="0" dirty="0"/>
                        <a:t>Accuracy: 0.7538</a:t>
                      </a:r>
                    </a:p>
                    <a:p>
                      <a:r>
                        <a:rPr lang="en-GB" sz="2000" b="0" dirty="0"/>
                        <a:t>Precision: 0.5499</a:t>
                      </a:r>
                    </a:p>
                    <a:p>
                      <a:r>
                        <a:rPr lang="en-GB" sz="2000" b="0" dirty="0"/>
                        <a:t>Recall: 0.6752</a:t>
                      </a:r>
                    </a:p>
                    <a:p>
                      <a:r>
                        <a:rPr lang="en-GB" sz="2000" b="0" dirty="0"/>
                        <a:t>F1-Score: 0.5815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endParaRPr lang="en-GB" sz="2000" b="1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sz="2000" b="1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2000" b="0" dirty="0"/>
                        <a:t>Accuracy: 0.7829</a:t>
                      </a:r>
                    </a:p>
                    <a:p>
                      <a:r>
                        <a:rPr lang="en-GB" sz="2000" b="0" dirty="0"/>
                        <a:t>Precision: 0.7619</a:t>
                      </a:r>
                    </a:p>
                    <a:p>
                      <a:r>
                        <a:rPr lang="en-GB" sz="2000" b="0" dirty="0"/>
                        <a:t>Recall: 0.5157</a:t>
                      </a:r>
                    </a:p>
                    <a:p>
                      <a:r>
                        <a:rPr lang="en-GB" sz="2000" b="0" dirty="0"/>
                        <a:t>F1-Score: 0.5646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endParaRPr lang="en-GB" sz="2000" b="1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sz="2000" b="1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2000" b="0" dirty="0"/>
                        <a:t>Accuracy: 0.8111</a:t>
                      </a:r>
                    </a:p>
                    <a:p>
                      <a:r>
                        <a:rPr lang="en-GB" sz="2000" b="0" dirty="0"/>
                        <a:t>Precision: 0.6709</a:t>
                      </a:r>
                    </a:p>
                    <a:p>
                      <a:r>
                        <a:rPr lang="en-GB" sz="2000" b="0" dirty="0"/>
                        <a:t>Recall: 0.5835</a:t>
                      </a:r>
                    </a:p>
                    <a:p>
                      <a:r>
                        <a:rPr lang="en-GB" sz="2000" b="0" dirty="0"/>
                        <a:t>F1-Score: 0.6069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000" b="1" i="0" kern="1200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CatBoost</a:t>
                      </a:r>
                      <a:endParaRPr lang="en-GB" sz="2000" b="1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GB" sz="2000" b="1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GB" sz="2000" b="0" dirty="0"/>
                        <a:t>Accuracy: 0.7993</a:t>
                      </a:r>
                    </a:p>
                    <a:p>
                      <a:r>
                        <a:rPr lang="en-GB" sz="2000" b="0" dirty="0"/>
                        <a:t>Precision: 0.6110</a:t>
                      </a:r>
                    </a:p>
                    <a:p>
                      <a:r>
                        <a:rPr lang="en-GB" sz="2000" b="0" dirty="0"/>
                        <a:t>Recall: 0.5628</a:t>
                      </a:r>
                    </a:p>
                    <a:p>
                      <a:r>
                        <a:rPr lang="en-GB" sz="2000" b="0" dirty="0"/>
                        <a:t>F1-Score: 0.5826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7401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1791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EC7A293-D4F2-B62D-54C4-3967F4BA4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405" y="-531267"/>
            <a:ext cx="10360501" cy="1223963"/>
          </a:xfrm>
        </p:spPr>
        <p:txBody>
          <a:bodyPr/>
          <a:lstStyle/>
          <a:p>
            <a:r>
              <a:rPr lang="en-GB" dirty="0"/>
              <a:t>Neural networks</a:t>
            </a:r>
          </a:p>
        </p:txBody>
      </p:sp>
      <p:graphicFrame>
        <p:nvGraphicFramePr>
          <p:cNvPr id="5" name="Tartalom helye 4">
            <a:extLst>
              <a:ext uri="{FF2B5EF4-FFF2-40B4-BE49-F238E27FC236}">
                <a16:creationId xmlns:a16="http://schemas.microsoft.com/office/drawing/2014/main" id="{E9CA022E-DDBF-1594-200C-6406311DA1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687833"/>
              </p:ext>
            </p:extLst>
          </p:nvPr>
        </p:nvGraphicFramePr>
        <p:xfrm>
          <a:off x="1218883" y="2036059"/>
          <a:ext cx="10360023" cy="4547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3341">
                  <a:extLst>
                    <a:ext uri="{9D8B030D-6E8A-4147-A177-3AD203B41FA5}">
                      <a16:colId xmlns:a16="http://schemas.microsoft.com/office/drawing/2014/main" val="1043587667"/>
                    </a:ext>
                  </a:extLst>
                </a:gridCol>
                <a:gridCol w="3453341">
                  <a:extLst>
                    <a:ext uri="{9D8B030D-6E8A-4147-A177-3AD203B41FA5}">
                      <a16:colId xmlns:a16="http://schemas.microsoft.com/office/drawing/2014/main" val="1834636262"/>
                    </a:ext>
                  </a:extLst>
                </a:gridCol>
                <a:gridCol w="3453341">
                  <a:extLst>
                    <a:ext uri="{9D8B030D-6E8A-4147-A177-3AD203B41FA5}">
                      <a16:colId xmlns:a16="http://schemas.microsoft.com/office/drawing/2014/main" val="1089602849"/>
                    </a:ext>
                  </a:extLst>
                </a:gridCol>
              </a:tblGrid>
              <a:tr h="4176464">
                <a:tc>
                  <a:txBody>
                    <a:bodyPr/>
                    <a:lstStyle/>
                    <a:p>
                      <a:r>
                        <a:rPr lang="en-GB" sz="1600" dirty="0"/>
                        <a:t>Simple model :</a:t>
                      </a:r>
                    </a:p>
                    <a:p>
                      <a:r>
                        <a:rPr lang="en-GB" sz="1600" b="0" dirty="0"/>
                        <a:t>Input,</a:t>
                      </a:r>
                    </a:p>
                    <a:p>
                      <a:r>
                        <a:rPr lang="en-GB" sz="1600" b="0" dirty="0"/>
                        <a:t>Flatten(),</a:t>
                      </a:r>
                    </a:p>
                    <a:p>
                      <a:r>
                        <a:rPr lang="en-GB" sz="1600" b="0" dirty="0"/>
                        <a:t>Dense(units=3, activation='</a:t>
                      </a:r>
                      <a:r>
                        <a:rPr lang="en-GB" sz="1600" b="0" dirty="0" err="1"/>
                        <a:t>softmax</a:t>
                      </a:r>
                      <a:r>
                        <a:rPr lang="en-GB" sz="1600" b="0" dirty="0"/>
                        <a:t>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CNN Model : </a:t>
                      </a:r>
                    </a:p>
                    <a:p>
                      <a:r>
                        <a:rPr lang="en-GB" sz="1600" b="0" dirty="0"/>
                        <a:t>Input,</a:t>
                      </a:r>
                    </a:p>
                    <a:p>
                      <a:r>
                        <a:rPr lang="en-GB" sz="1600" b="0" dirty="0"/>
                        <a:t>Conv1D(filters=64, </a:t>
                      </a:r>
                      <a:r>
                        <a:rPr lang="en-GB" sz="1600" b="0" dirty="0" err="1"/>
                        <a:t>kernel_size</a:t>
                      </a:r>
                      <a:r>
                        <a:rPr lang="en-GB" sz="1600" b="0" dirty="0"/>
                        <a:t>=3’),</a:t>
                      </a:r>
                    </a:p>
                    <a:p>
                      <a:r>
                        <a:rPr lang="en-GB" sz="1600" b="0" dirty="0"/>
                        <a:t>MaxPooling1D(</a:t>
                      </a:r>
                      <a:r>
                        <a:rPr lang="en-GB" sz="1600" b="0" dirty="0" err="1"/>
                        <a:t>pool_size</a:t>
                      </a:r>
                      <a:r>
                        <a:rPr lang="en-GB" sz="1600" b="0" dirty="0"/>
                        <a:t>=2),</a:t>
                      </a:r>
                    </a:p>
                    <a:p>
                      <a:r>
                        <a:rPr lang="en-GB" sz="1600" b="0" dirty="0"/>
                        <a:t>Conv1D(filters=128, </a:t>
                      </a:r>
                      <a:r>
                        <a:rPr lang="en-GB" sz="1600" b="0" dirty="0" err="1"/>
                        <a:t>kernel_size</a:t>
                      </a:r>
                      <a:r>
                        <a:rPr lang="en-GB" sz="1600" b="0" dirty="0"/>
                        <a:t>=3),</a:t>
                      </a:r>
                    </a:p>
                    <a:p>
                      <a:r>
                        <a:rPr lang="en-GB" sz="1600" b="0" dirty="0"/>
                        <a:t>MaxPooling1D(</a:t>
                      </a:r>
                      <a:r>
                        <a:rPr lang="en-GB" sz="1600" b="0" dirty="0" err="1"/>
                        <a:t>pool_size</a:t>
                      </a:r>
                      <a:r>
                        <a:rPr lang="en-GB" sz="1600" b="0" dirty="0"/>
                        <a:t>=2), </a:t>
                      </a:r>
                    </a:p>
                    <a:p>
                      <a:r>
                        <a:rPr lang="en-GB" sz="1600" b="0" dirty="0"/>
                        <a:t>Flatten(),</a:t>
                      </a:r>
                    </a:p>
                    <a:p>
                      <a:r>
                        <a:rPr lang="en-GB" sz="1600" b="0" dirty="0"/>
                        <a:t>Dense(units=256, activation='</a:t>
                      </a:r>
                      <a:r>
                        <a:rPr lang="en-GB" sz="1600" b="0" dirty="0" err="1"/>
                        <a:t>relu</a:t>
                      </a:r>
                      <a:r>
                        <a:rPr lang="en-GB" sz="1600" b="0" dirty="0"/>
                        <a:t>’),</a:t>
                      </a:r>
                    </a:p>
                    <a:p>
                      <a:r>
                        <a:rPr lang="en-GB" sz="1600" b="0" dirty="0"/>
                        <a:t>Dense(units=128, activation='</a:t>
                      </a:r>
                      <a:r>
                        <a:rPr lang="en-GB" sz="1600" b="0" dirty="0" err="1"/>
                        <a:t>relu</a:t>
                      </a:r>
                      <a:r>
                        <a:rPr lang="en-GB" sz="1600" b="0" dirty="0"/>
                        <a:t>’),</a:t>
                      </a:r>
                    </a:p>
                    <a:p>
                      <a:r>
                        <a:rPr lang="en-GB" sz="1600" b="0" dirty="0"/>
                        <a:t>Dense(units=3, activation='</a:t>
                      </a:r>
                      <a:r>
                        <a:rPr lang="en-GB" sz="1600" b="0" dirty="0" err="1"/>
                        <a:t>softmax</a:t>
                      </a:r>
                      <a:r>
                        <a:rPr lang="en-GB" sz="1600" b="0" dirty="0"/>
                        <a:t>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Transformer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0565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Accuracy: 0.7939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Accuracy: 0.7370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/>
                        <a:t>Accuracy: 0.2447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4454726"/>
                  </a:ext>
                </a:extLst>
              </a:tr>
            </a:tbl>
          </a:graphicData>
        </a:graphic>
      </p:graphicFrame>
      <p:pic>
        <p:nvPicPr>
          <p:cNvPr id="7" name="Kép 6" descr="A képen szöveg, diagram, képernyőkép, Tervrajz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13231511-8528-E928-7358-5B1A90ED2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676" y="2331640"/>
            <a:ext cx="2720665" cy="38336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86DE5D-149D-DBB9-41B6-647D95F5BF50}"/>
              </a:ext>
            </a:extLst>
          </p:cNvPr>
          <p:cNvSpPr txBox="1"/>
          <p:nvPr/>
        </p:nvSpPr>
        <p:spPr>
          <a:xfrm>
            <a:off x="1245840" y="671880"/>
            <a:ext cx="475252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Early stopping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ADAM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/>
              <a:t>Categorical </a:t>
            </a:r>
            <a:r>
              <a:rPr lang="en-GB" sz="2800" dirty="0" err="1"/>
              <a:t>crossentropy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529835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55F5480E-0A0F-1D39-AFC1-13F6598FC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TODOs</a:t>
            </a:r>
          </a:p>
          <a:p>
            <a:pPr lvl="1"/>
            <a:r>
              <a:rPr lang="en-GB" dirty="0"/>
              <a:t>Support vector machine (currently running)</a:t>
            </a:r>
          </a:p>
          <a:p>
            <a:pPr lvl="1"/>
            <a:r>
              <a:rPr lang="en-GB" b="0" i="0" dirty="0">
                <a:solidFill>
                  <a:srgbClr val="ECECEC"/>
                </a:solidFill>
                <a:effectLst/>
                <a:latin typeface="Google Sans"/>
              </a:rPr>
              <a:t>Hyperparameter optimalization, fine-tuning NN</a:t>
            </a:r>
            <a:endParaRPr lang="en-GB" dirty="0"/>
          </a:p>
          <a:p>
            <a:pPr lvl="1"/>
            <a:r>
              <a:rPr lang="en-GB" dirty="0"/>
              <a:t>Pre-trained models</a:t>
            </a:r>
          </a:p>
          <a:p>
            <a:pPr lvl="1"/>
            <a:r>
              <a:rPr lang="en-GB" dirty="0"/>
              <a:t>Confusion matrix</a:t>
            </a:r>
          </a:p>
          <a:p>
            <a:pPr lvl="1"/>
            <a:r>
              <a:rPr lang="en-GB" dirty="0"/>
              <a:t>Return to feature engineering?</a:t>
            </a:r>
          </a:p>
          <a:p>
            <a:pPr lvl="1"/>
            <a:r>
              <a:rPr lang="en-GB" dirty="0"/>
              <a:t>Ensemble learning</a:t>
            </a:r>
          </a:p>
        </p:txBody>
      </p:sp>
      <p:graphicFrame>
        <p:nvGraphicFramePr>
          <p:cNvPr id="4" name="Táblázat 3">
            <a:extLst>
              <a:ext uri="{FF2B5EF4-FFF2-40B4-BE49-F238E27FC236}">
                <a16:creationId xmlns:a16="http://schemas.microsoft.com/office/drawing/2014/main" id="{15726893-4F14-6032-FBB6-C2DA58EE5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8339190"/>
              </p:ext>
            </p:extLst>
          </p:nvPr>
        </p:nvGraphicFramePr>
        <p:xfrm>
          <a:off x="1218881" y="1484784"/>
          <a:ext cx="10360503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3501">
                  <a:extLst>
                    <a:ext uri="{9D8B030D-6E8A-4147-A177-3AD203B41FA5}">
                      <a16:colId xmlns:a16="http://schemas.microsoft.com/office/drawing/2014/main" val="936585526"/>
                    </a:ext>
                  </a:extLst>
                </a:gridCol>
                <a:gridCol w="3453501">
                  <a:extLst>
                    <a:ext uri="{9D8B030D-6E8A-4147-A177-3AD203B41FA5}">
                      <a16:colId xmlns:a16="http://schemas.microsoft.com/office/drawing/2014/main" val="959582725"/>
                    </a:ext>
                  </a:extLst>
                </a:gridCol>
                <a:gridCol w="3453501">
                  <a:extLst>
                    <a:ext uri="{9D8B030D-6E8A-4147-A177-3AD203B41FA5}">
                      <a16:colId xmlns:a16="http://schemas.microsoft.com/office/drawing/2014/main" val="1820412615"/>
                    </a:ext>
                  </a:extLst>
                </a:gridCol>
              </a:tblGrid>
              <a:tr h="628000">
                <a:tc>
                  <a:txBody>
                    <a:bodyPr/>
                    <a:lstStyle/>
                    <a:p>
                      <a:r>
                        <a:rPr lang="en-GB" sz="2400" b="1" i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Random Forest</a:t>
                      </a:r>
                    </a:p>
                    <a:p>
                      <a:pPr marL="0" marR="0" lvl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/>
                        <a:t>Accuracy: 0.8205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endParaRPr lang="en-GB" sz="2400" b="1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/>
                        <a:t>Accuracy: 0.8111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+mn-lt"/>
                        </a:rPr>
                        <a:t>Simple neural network </a:t>
                      </a:r>
                    </a:p>
                    <a:p>
                      <a:pPr marL="0" marR="0" lvl="0" indent="0" algn="l" defTabSz="121898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b="0" dirty="0"/>
                        <a:t>Accuracy: 0.7939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06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5803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http://purl.org/dc/terms/"/>
    <ds:schemaRef ds:uri="http://schemas.openxmlformats.org/package/2006/metadata/core-properties"/>
    <ds:schemaRef ds:uri="4873beb7-5857-4685-be1f-d57550cc96cc"/>
    <ds:schemaRef ds:uri="http://www.w3.org/XML/1998/namespace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115</TotalTime>
  <Words>291</Words>
  <Application>Microsoft Office PowerPoint</Application>
  <PresentationFormat>Egyéni</PresentationFormat>
  <Paragraphs>94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10" baseType="lpstr">
      <vt:lpstr>-apple-system</vt:lpstr>
      <vt:lpstr>Arial</vt:lpstr>
      <vt:lpstr>Calibri</vt:lpstr>
      <vt:lpstr>Google Sans</vt:lpstr>
      <vt:lpstr>Tech 16x9</vt:lpstr>
      <vt:lpstr>Model implementation</vt:lpstr>
      <vt:lpstr>Random Forest</vt:lpstr>
      <vt:lpstr>Gradient Boosting</vt:lpstr>
      <vt:lpstr>Neural networks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Tarsoly Levente</dc:creator>
  <cp:lastModifiedBy>Tarsoly Levente</cp:lastModifiedBy>
  <cp:revision>1</cp:revision>
  <dcterms:created xsi:type="dcterms:W3CDTF">2025-04-15T10:46:54Z</dcterms:created>
  <dcterms:modified xsi:type="dcterms:W3CDTF">2025-05-10T23:39:58Z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